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16b17b0aad4935" /><Relationship Type="http://schemas.openxmlformats.org/officeDocument/2006/relationships/extended-properties" Target="/docProps/app.xml" Id="Rcac8009f27e44f6c" /><Relationship Type="http://schemas.openxmlformats.org/officeDocument/2006/relationships/officeDocument" Target="/ppt/presentation.xml" Id="Rca50b8067ffb42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73be05fe9a4621"/>
  </p:sldMasterIdLst>
  <p:notesMasterIdLst>
    <p:notesMasterId xmlns:r="http://schemas.openxmlformats.org/officeDocument/2006/relationships" r:id="R55e1b205d8b34f1e"/>
  </p:notesMasterIdLst>
  <p:sldIdLst>
    <p:sldId xmlns:r="http://schemas.openxmlformats.org/officeDocument/2006/relationships" id="256" r:id="R592a8a2ce5c14fbb"/>
    <p:sldId xmlns:r="http://schemas.openxmlformats.org/officeDocument/2006/relationships" id="257" r:id="R9d9b12d8072d4aef"/>
    <p:sldId xmlns:r="http://schemas.openxmlformats.org/officeDocument/2006/relationships" id="258" r:id="R96397e1808d94b6e"/>
    <p:sldId xmlns:r="http://schemas.openxmlformats.org/officeDocument/2006/relationships" id="259" r:id="Rd46cd146478f41fa"/>
    <p:sldId xmlns:r="http://schemas.openxmlformats.org/officeDocument/2006/relationships" id="260" r:id="R871ae022e0e04b98"/>
    <p:sldId xmlns:r="http://schemas.openxmlformats.org/officeDocument/2006/relationships" id="261" r:id="Re510aeac93b043be"/>
    <p:sldId xmlns:r="http://schemas.openxmlformats.org/officeDocument/2006/relationships" id="262" r:id="R8252f1120a4240f0"/>
    <p:sldId xmlns:r="http://schemas.openxmlformats.org/officeDocument/2006/relationships" id="263" r:id="Rd05e604ad8544d0e"/>
    <p:sldId xmlns:r="http://schemas.openxmlformats.org/officeDocument/2006/relationships" id="264" r:id="Rc8abcc551b964213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040c1c5aab4935" /><Relationship Type="http://schemas.openxmlformats.org/officeDocument/2006/relationships/slideMaster" Target="/ppt/slideMasters/slideMaster1.xml" Id="R7a73be05fe9a4621" /><Relationship Type="http://schemas.openxmlformats.org/officeDocument/2006/relationships/notesMaster" Target="/ppt/notesMasters/notesMaster1.xml" Id="R55e1b205d8b34f1e" /><Relationship Type="http://schemas.openxmlformats.org/officeDocument/2006/relationships/presProps" Target="/ppt/presProps.xml" Id="Re3f6f12d33e34103" /><Relationship Type="http://schemas.openxmlformats.org/officeDocument/2006/relationships/viewProps" Target="/ppt/viewProps.xml" Id="R37be88567c6143cb" /><Relationship Type="http://schemas.openxmlformats.org/officeDocument/2006/relationships/tableStyles" Target="/ppt/tableStyles.xml" Id="R95d3e4c4ee47432f" /><Relationship Type="http://schemas.openxmlformats.org/officeDocument/2006/relationships/slide" Target="/ppt/slides/slide1.xml" Id="R592a8a2ce5c14fbb" /><Relationship Type="http://schemas.openxmlformats.org/officeDocument/2006/relationships/slide" Target="/ppt/slides/slide2.xml" Id="R9d9b12d8072d4aef" /><Relationship Type="http://schemas.openxmlformats.org/officeDocument/2006/relationships/slide" Target="/ppt/slides/slide3.xml" Id="R96397e1808d94b6e" /><Relationship Type="http://schemas.openxmlformats.org/officeDocument/2006/relationships/slide" Target="/ppt/slides/slide4.xml" Id="Rd46cd146478f41fa" /><Relationship Type="http://schemas.openxmlformats.org/officeDocument/2006/relationships/slide" Target="/ppt/slides/slide5.xml" Id="R871ae022e0e04b98" /><Relationship Type="http://schemas.openxmlformats.org/officeDocument/2006/relationships/slide" Target="/ppt/slides/slide6.xml" Id="Re510aeac93b043be" /><Relationship Type="http://schemas.openxmlformats.org/officeDocument/2006/relationships/slide" Target="/ppt/slides/slide7.xml" Id="R8252f1120a4240f0" /><Relationship Type="http://schemas.openxmlformats.org/officeDocument/2006/relationships/slide" Target="/ppt/slides/slide8.xml" Id="Rd05e604ad8544d0e" /><Relationship Type="http://schemas.openxmlformats.org/officeDocument/2006/relationships/slide" Target="/ppt/slides/slide9.xml" Id="Rc8abcc551b9642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3d1b60f8fa48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a6a16c17db45b8" /><Relationship Type="http://schemas.openxmlformats.org/officeDocument/2006/relationships/notesMaster" Target="/ppt/notesMasters/notesMaster1.xml" Id="Rf3ec2c3e74f2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f8e7c50e894f44" /><Relationship Type="http://schemas.openxmlformats.org/officeDocument/2006/relationships/notesMaster" Target="/ppt/notesMasters/notesMaster1.xml" Id="R42ac1235442346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7c66e565374c30" /><Relationship Type="http://schemas.openxmlformats.org/officeDocument/2006/relationships/notesMaster" Target="/ppt/notesMasters/notesMaster1.xml" Id="R6f1ccd78646a4e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7d83e47be94c53" /><Relationship Type="http://schemas.openxmlformats.org/officeDocument/2006/relationships/notesMaster" Target="/ppt/notesMasters/notesMaster1.xml" Id="R7b8ef355a18644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3135120f14794" /><Relationship Type="http://schemas.openxmlformats.org/officeDocument/2006/relationships/notesMaster" Target="/ppt/notesMasters/notesMaster1.xml" Id="R59010179be1e47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a761d99e2841de" /><Relationship Type="http://schemas.openxmlformats.org/officeDocument/2006/relationships/notesMaster" Target="/ppt/notesMasters/notesMaster1.xml" Id="R0ba20082c25d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c273d10690401b" /><Relationship Type="http://schemas.openxmlformats.org/officeDocument/2006/relationships/notesMaster" Target="/ppt/notesMasters/notesMaster1.xml" Id="Raf40c0794c5845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c6a17420f446a1" /><Relationship Type="http://schemas.openxmlformats.org/officeDocument/2006/relationships/notesMaster" Target="/ppt/notesMasters/notesMaster1.xml" Id="R0a76536990bb49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08498ecd4e4056" /><Relationship Type="http://schemas.openxmlformats.org/officeDocument/2006/relationships/notesMaster" Target="/ppt/notesMasters/notesMaster1.xml" Id="Re869d110623c45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04299d2a547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04be3015d4c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47091459140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4409edb53427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4f7a0356f641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ad6fc574640d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F691FB-A185-4B5B-800C-0E8B0F0194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2D9EEC-5354-4D06-B8E4-F7FB2C0B5B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4CD67D5-2A06-40CB-BC36-9F5CFA0FD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BBC42C-6BE6-489C-9496-CD464BB62F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7A3BB43-E9CD-4D3C-AACC-D76932D0F0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01A5D5-044C-4B87-BC2F-400CC7C94C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1897A3-F61E-4365-ACA3-FA3C9356B1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8DFC303-E9FB-4F83-A01F-6A3FCBE983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5B96C2-D7E5-400A-A775-F24490C917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483CA8-900F-4257-950B-76C7533C4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c22b4e7aa24b72" /><Relationship Type="http://schemas.openxmlformats.org/officeDocument/2006/relationships/slideLayout" Target="/ppt/slideLayouts/slideLayout1.xml" Id="Rab093b6670fb4d3a" /><Relationship Type="http://schemas.openxmlformats.org/officeDocument/2006/relationships/slideLayout" Target="/ppt/slideLayouts/slideLayout2.xml" Id="R76dbd0a1da164d7f" /><Relationship Type="http://schemas.openxmlformats.org/officeDocument/2006/relationships/slideLayout" Target="/ppt/slideLayouts/slideLayout3.xml" Id="Rdc9aa5f5eaa1444e" /><Relationship Type="http://schemas.openxmlformats.org/officeDocument/2006/relationships/slideLayout" Target="/ppt/slideLayouts/slideLayout4.xml" Id="Rd2066fc0a10c4ae0" /><Relationship Type="http://schemas.openxmlformats.org/officeDocument/2006/relationships/slideLayout" Target="/ppt/slideLayouts/slideLayout5.xml" Id="R89cd0864b1ee4244" /><Relationship Type="http://schemas.openxmlformats.org/officeDocument/2006/relationships/slideLayout" Target="/ppt/slideLayouts/slideLayout6.xml" Id="R0abeea64ec7744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93b6670fb4d3a"/>
    <p:sldLayoutId xmlns:r="http://schemas.openxmlformats.org/officeDocument/2006/relationships" id="2147483650" r:id="R76dbd0a1da164d7f"/>
    <p:sldLayoutId xmlns:r="http://schemas.openxmlformats.org/officeDocument/2006/relationships" id="2147483651" r:id="Rdc9aa5f5eaa1444e"/>
    <p:sldLayoutId xmlns:r="http://schemas.openxmlformats.org/officeDocument/2006/relationships" id="2147483652" r:id="Rd2066fc0a10c4ae0"/>
    <p:sldLayoutId xmlns:r="http://schemas.openxmlformats.org/officeDocument/2006/relationships" id="2147483653" r:id="R89cd0864b1ee4244"/>
    <p:sldLayoutId xmlns:r="http://schemas.openxmlformats.org/officeDocument/2006/relationships" id="2147483654" r:id="R0abeea64ec7744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35566d039d4b63" /><Relationship Type="http://schemas.openxmlformats.org/officeDocument/2006/relationships/image" Target="/ppt/media/image.png" Id="Re8ec7e7e36374813" /><Relationship Type="http://schemas.openxmlformats.org/officeDocument/2006/relationships/notesSlide" Target="/ppt/notesSlides/notesSlide1.xml" Id="Ra871d1489359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f366d2fa645cf" /><Relationship Type="http://schemas.openxmlformats.org/officeDocument/2006/relationships/image" Target="/ppt/media/image2.png" Id="R81735efeeac64b6e" /><Relationship Type="http://schemas.openxmlformats.org/officeDocument/2006/relationships/notesSlide" Target="/ppt/notesSlides/notesSlide2.xml" Id="R368aeac7b85547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0d161038554c35" /><Relationship Type="http://schemas.openxmlformats.org/officeDocument/2006/relationships/image" Target="/ppt/media/image.png" Id="R9b59c36d7f814981" /><Relationship Type="http://schemas.openxmlformats.org/officeDocument/2006/relationships/notesSlide" Target="/ppt/notesSlides/notesSlide3.xml" Id="R88b7a5b7f5bf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f81f800354e51" /><Relationship Type="http://schemas.openxmlformats.org/officeDocument/2006/relationships/image" Target="/ppt/media/image3.png" Id="Rf9464c6730374af0" /><Relationship Type="http://schemas.openxmlformats.org/officeDocument/2006/relationships/notesSlide" Target="/ppt/notesSlides/notesSlide4.xml" Id="R8115a2c283fa4c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5ae7ea3624204" /><Relationship Type="http://schemas.openxmlformats.org/officeDocument/2006/relationships/image" Target="/ppt/media/image4.png" Id="Rcd5056a843de4601" /><Relationship Type="http://schemas.openxmlformats.org/officeDocument/2006/relationships/notesSlide" Target="/ppt/notesSlides/notesSlide5.xml" Id="R074e18d29c604c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26583fdf9f4ce3" /><Relationship Type="http://schemas.openxmlformats.org/officeDocument/2006/relationships/image" Target="/ppt/media/image5.png" Id="Rfb52db3d79b64c07" /><Relationship Type="http://schemas.openxmlformats.org/officeDocument/2006/relationships/notesSlide" Target="/ppt/notesSlides/notesSlide6.xml" Id="R149e34189ba945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7204bcb8a46f6" /><Relationship Type="http://schemas.openxmlformats.org/officeDocument/2006/relationships/image" Target="/ppt/media/image6.png" Id="R853670d126854ed3" /><Relationship Type="http://schemas.openxmlformats.org/officeDocument/2006/relationships/notesSlide" Target="/ppt/notesSlides/notesSlide7.xml" Id="Rff2a45eb211f4bc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204d1fc672470b" /><Relationship Type="http://schemas.openxmlformats.org/officeDocument/2006/relationships/image" Target="/ppt/media/image7.png" Id="R05cdd5e8fd7e430b" /><Relationship Type="http://schemas.openxmlformats.org/officeDocument/2006/relationships/notesSlide" Target="/ppt/notesSlides/notesSlide8.xml" Id="Ra61e3009f82848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dd52e5f7c489e" /><Relationship Type="http://schemas.openxmlformats.org/officeDocument/2006/relationships/notesSlide" Target="/ppt/notesSlides/notesSlide9.xml" Id="Rfce1e3ee68e247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23F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EA43232C-E275-41CD-83B2-F143309B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D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85D8780A-84F5-413E-9366-DD49C37B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D9EDB5"/>
                </a:solidFill>
              </a:defRPr>
            </a:defPPr>
            <a:lvl1pPr>
              <a:buNone/>
              <a:defRPr sz="1500" b="1">
                <a:solidFill>
                  <a:srgbClr val="D9EDB5"/>
                </a:solidFill>
              </a:defRPr>
            </a:lvl1pPr>
            <a:lvl2pPr>
              <a:buNone/>
              <a:defRPr sz="1500" b="1">
                <a:solidFill>
                  <a:srgbClr val="D9EDB5"/>
                </a:solidFill>
              </a:defRPr>
            </a:lvl2pPr>
            <a:lvl3pPr>
              <a:buNone/>
              <a:defRPr sz="1500" b="1">
                <a:solidFill>
                  <a:srgbClr val="D9EDB5"/>
                </a:solidFill>
              </a:defRPr>
            </a:lvl3pPr>
            <a:lvl4pPr>
              <a:buNone/>
              <a:defRPr sz="1500" b="1">
                <a:solidFill>
                  <a:srgbClr val="D9EDB5"/>
                </a:solidFill>
              </a:defRPr>
            </a:lvl4pPr>
            <a:lvl5pPr>
              <a:buNone/>
              <a:defRPr sz="1500" b="1">
                <a:solidFill>
                  <a:srgbClr val="D9EDB5"/>
                </a:solidFill>
              </a:defRPr>
            </a:lvl5pPr>
            <a:lvl6pPr>
              <a:buNone/>
              <a:defRPr sz="1500" b="1">
                <a:solidFill>
                  <a:srgbClr val="D9EDB5"/>
                </a:solidFill>
              </a:defRPr>
            </a:lvl6pPr>
            <a:lvl7pPr>
              <a:buNone/>
              <a:defRPr sz="1500" b="1">
                <a:solidFill>
                  <a:srgbClr val="D9EDB5"/>
                </a:solidFill>
              </a:defRPr>
            </a:lvl7pPr>
            <a:lvl8pPr>
              <a:buNone/>
              <a:defRPr sz="1500" b="1">
                <a:solidFill>
                  <a:srgbClr val="D9EDB5"/>
                </a:solidFill>
              </a:defRPr>
            </a:lvl8pPr>
            <a:lvl9pPr>
              <a:buNone/>
              <a:defRPr sz="1500" b="1">
                <a:solidFill>
                  <a:srgbClr val="D9EDB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D9EDB5"/>
                </a:solidFill>
              </a:defRPr>
            </a:pPr>
            <a:r>
              <a:rPr sz="1500" b="1">
                <a:solidFill>
                  <a:srgbClr val="D9EDB5"/>
                </a:solidFill>
              </a:rPr>
              <a:t>K2 GROUP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01CA126C-61A5-4D74-88BD-C6EACAA4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buNone/>
              <a:defRPr sz="3300" b="1">
                <a:solidFill>
                  <a:srgbClr val="FFFFFF"/>
                </a:solidFill>
              </a:defRPr>
            </a:lvl1pPr>
            <a:lvl2pPr>
              <a:buNone/>
              <a:defRPr sz="3300" b="1">
                <a:solidFill>
                  <a:srgbClr val="FFFFFF"/>
                </a:solidFill>
              </a:defRPr>
            </a:lvl2pPr>
            <a:lvl3pPr>
              <a:buNone/>
              <a:defRPr sz="3300" b="1">
                <a:solidFill>
                  <a:srgbClr val="FFFFFF"/>
                </a:solidFill>
              </a:defRPr>
            </a:lvl3pPr>
            <a:lvl4pPr>
              <a:buNone/>
              <a:defRPr sz="3300" b="1">
                <a:solidFill>
                  <a:srgbClr val="FFFFFF"/>
                </a:solidFill>
              </a:defRPr>
            </a:lvl4pPr>
            <a:lvl5pPr>
              <a:buNone/>
              <a:defRPr sz="3300" b="1">
                <a:solidFill>
                  <a:srgbClr val="FFFFFF"/>
                </a:solidFill>
              </a:defRPr>
            </a:lvl5pPr>
            <a:lvl6pPr>
              <a:buNone/>
              <a:defRPr sz="3300" b="1">
                <a:solidFill>
                  <a:srgbClr val="FFFFFF"/>
                </a:solidFill>
              </a:defRPr>
            </a:lvl6pPr>
            <a:lvl7pPr>
              <a:buNone/>
              <a:defRPr sz="3300" b="1">
                <a:solidFill>
                  <a:srgbClr val="FFFFFF"/>
                </a:solidFill>
              </a:defRPr>
            </a:lvl7pPr>
            <a:lvl8pPr>
              <a:buNone/>
              <a:defRPr sz="3300" b="1">
                <a:solidFill>
                  <a:srgbClr val="FFFFFF"/>
                </a:solidFill>
              </a:defRPr>
            </a:lvl8pPr>
            <a:lvl9pPr>
              <a:buNone/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신발</a:t>
            </a:r>
            <a:r>
              <a:rPr sz="3300" b="1">
                <a:solidFill>
                  <a:srgbClr val="FFFFFF"/>
                </a:solidFill>
              </a:rPr>
              <a:t> </a:t>
            </a:r>
            <a:r>
              <a:rPr sz="3300" b="1">
                <a:solidFill>
                  <a:srgbClr val="FFFFFF"/>
                </a:solidFill>
              </a:rPr>
              <a:t>어프로발</a:t>
            </a:r>
            <a:endParaRPr sz="3300" b="1">
              <a:solidFill>
                <a:srgbClr val="FFFFFF"/>
              </a:solidFill>
            </a:endParaRPr>
          </a:p>
          <a:p xmlns:a="http://schemas.openxmlformats.org/drawingml/2006/main">
            <a:pPr>
              <a:buNone/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인터넷</a:t>
            </a:r>
            <a:r>
              <a:rPr sz="3300" b="1">
                <a:solidFill>
                  <a:srgbClr val="FFFFFF"/>
                </a:solidFill>
              </a:rPr>
              <a:t> </a:t>
            </a:r>
            <a:r>
              <a:rPr sz="3300" b="1">
                <a:solidFill>
                  <a:srgbClr val="FFFFFF"/>
                </a:solidFill>
              </a:rPr>
              <a:t>사용자</a:t>
            </a:r>
            <a:r>
              <a:rPr sz="3300" b="1">
                <a:solidFill>
                  <a:srgbClr val="FFFFFF"/>
                </a:solidFill>
              </a:rPr>
              <a:t> </a:t>
            </a:r>
            <a:r>
              <a:rPr sz="3300" b="1">
                <a:solidFill>
                  <a:srgbClr val="FFFFFF"/>
                </a:solidFill>
              </a:rPr>
              <a:t>매뉴얼</a:t>
            </a:r>
            <a:endParaRPr sz="3300" b="1">
              <a:solidFill>
                <a:srgbClr val="FFFFFF"/>
              </a:solidFill>
            </a:endParaRP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B3B39639-E332-44E8-913E-F0F839BBE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4DFD6"/>
                </a:solidFill>
              </a:defRPr>
            </a:defPPr>
            <a:lvl1pPr>
              <a:buNone/>
              <a:defRPr sz="1500" b="0">
                <a:solidFill>
                  <a:srgbClr val="D4DFD6"/>
                </a:solidFill>
              </a:defRPr>
            </a:lvl1pPr>
            <a:lvl2pPr>
              <a:buNone/>
              <a:defRPr sz="1500" b="0">
                <a:solidFill>
                  <a:srgbClr val="D4DFD6"/>
                </a:solidFill>
              </a:defRPr>
            </a:lvl2pPr>
            <a:lvl3pPr>
              <a:buNone/>
              <a:defRPr sz="1500" b="0">
                <a:solidFill>
                  <a:srgbClr val="D4DFD6"/>
                </a:solidFill>
              </a:defRPr>
            </a:lvl3pPr>
            <a:lvl4pPr>
              <a:buNone/>
              <a:defRPr sz="1500" b="0">
                <a:solidFill>
                  <a:srgbClr val="D4DFD6"/>
                </a:solidFill>
              </a:defRPr>
            </a:lvl4pPr>
            <a:lvl5pPr>
              <a:buNone/>
              <a:defRPr sz="1500" b="0">
                <a:solidFill>
                  <a:srgbClr val="D4DFD6"/>
                </a:solidFill>
              </a:defRPr>
            </a:lvl5pPr>
            <a:lvl6pPr>
              <a:buNone/>
              <a:defRPr sz="1500" b="0">
                <a:solidFill>
                  <a:srgbClr val="D4DFD6"/>
                </a:solidFill>
              </a:defRPr>
            </a:lvl6pPr>
            <a:lvl7pPr>
              <a:buNone/>
              <a:defRPr sz="1500" b="0">
                <a:solidFill>
                  <a:srgbClr val="D4DFD6"/>
                </a:solidFill>
              </a:defRPr>
            </a:lvl7pPr>
            <a:lvl8pPr>
              <a:buNone/>
              <a:defRPr sz="1500" b="0">
                <a:solidFill>
                  <a:srgbClr val="D4DFD6"/>
                </a:solidFill>
              </a:defRPr>
            </a:lvl8pPr>
            <a:lvl9pPr>
              <a:buNone/>
              <a:defRPr sz="1500" b="0">
                <a:solidFill>
                  <a:srgbClr val="D4DFD6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4DFD6"/>
                </a:solidFill>
              </a:defRPr>
            </a:pPr>
            <a:r>
              <a:rPr sz="1500" b="0">
                <a:solidFill>
                  <a:srgbClr val="D4DFD6"/>
                </a:solidFill>
              </a:rPr>
              <a:t>회원가입부터 샘플 등록, 미팅 예약, 진도 확인까지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E627F8C9-CFDE-40D9-B19C-83318BD5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9EDB5"/>
                </a:solidFill>
              </a:defRPr>
            </a:defPPr>
            <a:lvl1pPr>
              <a:buNone/>
              <a:defRPr sz="1200" b="1">
                <a:solidFill>
                  <a:srgbClr val="D9EDB5"/>
                </a:solidFill>
              </a:defRPr>
            </a:lvl1pPr>
            <a:lvl2pPr>
              <a:buNone/>
              <a:defRPr sz="1200" b="1">
                <a:solidFill>
                  <a:srgbClr val="D9EDB5"/>
                </a:solidFill>
              </a:defRPr>
            </a:lvl2pPr>
            <a:lvl3pPr>
              <a:buNone/>
              <a:defRPr sz="1200" b="1">
                <a:solidFill>
                  <a:srgbClr val="D9EDB5"/>
                </a:solidFill>
              </a:defRPr>
            </a:lvl3pPr>
            <a:lvl4pPr>
              <a:buNone/>
              <a:defRPr sz="1200" b="1">
                <a:solidFill>
                  <a:srgbClr val="D9EDB5"/>
                </a:solidFill>
              </a:defRPr>
            </a:lvl4pPr>
            <a:lvl5pPr>
              <a:buNone/>
              <a:defRPr sz="1200" b="1">
                <a:solidFill>
                  <a:srgbClr val="D9EDB5"/>
                </a:solidFill>
              </a:defRPr>
            </a:lvl5pPr>
            <a:lvl6pPr>
              <a:buNone/>
              <a:defRPr sz="1200" b="1">
                <a:solidFill>
                  <a:srgbClr val="D9EDB5"/>
                </a:solidFill>
              </a:defRPr>
            </a:lvl6pPr>
            <a:lvl7pPr>
              <a:buNone/>
              <a:defRPr sz="1200" b="1">
                <a:solidFill>
                  <a:srgbClr val="D9EDB5"/>
                </a:solidFill>
              </a:defRPr>
            </a:lvl7pPr>
            <a:lvl8pPr>
              <a:buNone/>
              <a:defRPr sz="1200" b="1">
                <a:solidFill>
                  <a:srgbClr val="D9EDB5"/>
                </a:solidFill>
              </a:defRPr>
            </a:lvl8pPr>
            <a:lvl9pPr>
              <a:buNone/>
              <a:defRPr sz="1200" b="1">
                <a:solidFill>
                  <a:srgbClr val="D9EDB5"/>
                </a:solidFill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9EDB5"/>
                </a:solidFill>
              </a:defRPr>
            </a:pPr>
            <a:r>
              <a:rPr sz="1200" b="1">
                <a:solidFill>
                  <a:srgbClr val="D9EDB5"/>
                </a:solidFill>
              </a:rPr>
              <a:t>웹 </a:t>
            </a:r>
            <a:r>
              <a:rPr sz="1200" b="1">
                <a:solidFill>
                  <a:srgbClr val="D9EDB5"/>
                </a:solidFill>
              </a:rPr>
              <a:t>주소</a:t>
            </a:r>
            <a:r>
              <a:rPr sz="1200" b="1">
                <a:solidFill>
                  <a:srgbClr val="D9EDB5"/>
                </a:solidFill>
              </a:rPr>
              <a:t>  ·  nge00.github.io/</a:t>
            </a:r>
            <a:r>
              <a:rPr sz="1200" b="1">
                <a:solidFill>
                  <a:srgbClr val="D9EDB5"/>
                </a:solidFill>
              </a:rPr>
              <a:t>shoeapp</a:t>
            </a:r>
            <a:endParaRPr sz="1200" b="1">
              <a:solidFill>
                <a:srgbClr val="D9EDB5"/>
              </a:solidFill>
            </a:endParaRP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D84075D4-576F-4A3C-967F-6D13AA685D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c7e7e36374813"/>
          <a:stretch xmlns:a="http://schemas.openxmlformats.org/drawingml/2006/main"/>
        </p:blipFill>
        <p:spPr>
          <a:xfrm xmlns:a="http://schemas.openxmlformats.org/drawingml/2006/main">
            <a:off x="5953125" y="1581745"/>
            <a:ext cx="5619750" cy="3161109"/>
          </a:xfrm>
          <a:prstGeom xmlns:a="http://schemas.openxmlformats.org/drawingml/2006/main" prst="roundRect">
            <a:avLst>
              <a:gd name="adj" fmla="val 2410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845B787E-208D-4D14-9072-956EE550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D4DFD6"/>
                </a:solidFill>
              </a:defRPr>
            </a:defPPr>
            <a:lvl1pPr>
              <a:buNone/>
              <a:defRPr sz="900" b="0">
                <a:solidFill>
                  <a:srgbClr val="D4DFD6"/>
                </a:solidFill>
              </a:defRPr>
            </a:lvl1pPr>
            <a:lvl2pPr>
              <a:buNone/>
              <a:defRPr sz="900" b="0">
                <a:solidFill>
                  <a:srgbClr val="D4DFD6"/>
                </a:solidFill>
              </a:defRPr>
            </a:lvl2pPr>
            <a:lvl3pPr>
              <a:buNone/>
              <a:defRPr sz="900" b="0">
                <a:solidFill>
                  <a:srgbClr val="D4DFD6"/>
                </a:solidFill>
              </a:defRPr>
            </a:lvl3pPr>
            <a:lvl4pPr>
              <a:buNone/>
              <a:defRPr sz="900" b="0">
                <a:solidFill>
                  <a:srgbClr val="D4DFD6"/>
                </a:solidFill>
              </a:defRPr>
            </a:lvl4pPr>
            <a:lvl5pPr>
              <a:buNone/>
              <a:defRPr sz="900" b="0">
                <a:solidFill>
                  <a:srgbClr val="D4DFD6"/>
                </a:solidFill>
              </a:defRPr>
            </a:lvl5pPr>
            <a:lvl6pPr>
              <a:buNone/>
              <a:defRPr sz="900" b="0">
                <a:solidFill>
                  <a:srgbClr val="D4DFD6"/>
                </a:solidFill>
              </a:defRPr>
            </a:lvl6pPr>
            <a:lvl7pPr>
              <a:buNone/>
              <a:defRPr sz="900" b="0">
                <a:solidFill>
                  <a:srgbClr val="D4DFD6"/>
                </a:solidFill>
              </a:defRPr>
            </a:lvl7pPr>
            <a:lvl8pPr>
              <a:buNone/>
              <a:defRPr sz="900" b="0">
                <a:solidFill>
                  <a:srgbClr val="D4DFD6"/>
                </a:solidFill>
              </a:defRPr>
            </a:lvl8pPr>
            <a:lvl9pPr>
              <a:buNone/>
              <a:defRPr sz="900" b="0">
                <a:solidFill>
                  <a:srgbClr val="D4DFD6"/>
                </a:solidFill>
              </a:defRPr>
            </a:lvl9pPr>
          </a:lstStyle>
          <a:p xmlns:a="http://schemas.openxmlformats.org/drawingml/2006/main">
            <a:pPr>
              <a:buNone/>
              <a:defRPr sz="900" b="0">
                <a:solidFill>
                  <a:srgbClr val="D4DFD6"/>
                </a:solidFill>
              </a:defRPr>
            </a:pPr>
            <a:r>
              <a:rPr sz="900" b="0">
                <a:solidFill>
                  <a:srgbClr val="D4DFD6"/>
                </a:solidFill>
              </a:rPr>
              <a:t>화면</a:t>
            </a:r>
            <a:r>
              <a:rPr sz="900" b="0">
                <a:solidFill>
                  <a:srgbClr val="D4DFD6"/>
                </a:solidFill>
              </a:rPr>
              <a:t> </a:t>
            </a:r>
            <a:r>
              <a:rPr sz="900" b="0">
                <a:solidFill>
                  <a:srgbClr val="D4DFD6"/>
                </a:solidFill>
              </a:rPr>
              <a:t>예시의</a:t>
            </a:r>
            <a:r>
              <a:rPr sz="900" b="0">
                <a:solidFill>
                  <a:srgbClr val="D4DFD6"/>
                </a:solidFill>
              </a:rPr>
              <a:t> </a:t>
            </a:r>
            <a:r>
              <a:rPr sz="900" b="0">
                <a:solidFill>
                  <a:srgbClr val="D4DFD6"/>
                </a:solidFill>
              </a:rPr>
              <a:t>샘플</a:t>
            </a:r>
            <a:r>
              <a:rPr sz="900" b="0">
                <a:solidFill>
                  <a:srgbClr val="D4DFD6"/>
                </a:solidFill>
              </a:rPr>
              <a:t> </a:t>
            </a:r>
            <a:r>
              <a:rPr sz="900" b="0">
                <a:solidFill>
                  <a:srgbClr val="D4DFD6"/>
                </a:solidFill>
              </a:rPr>
              <a:t>정보는</a:t>
            </a:r>
            <a:r>
              <a:rPr sz="900" b="0">
                <a:solidFill>
                  <a:srgbClr val="D4DFD6"/>
                </a:solidFill>
              </a:rPr>
              <a:t> </a:t>
            </a:r>
            <a:r>
              <a:rPr sz="900" b="0">
                <a:solidFill>
                  <a:srgbClr val="D4DFD6"/>
                </a:solidFill>
              </a:rPr>
              <a:t>설명용입니다</a:t>
            </a:r>
            <a:r>
              <a:rPr sz="900" b="0">
                <a:solidFill>
                  <a:srgbClr val="D4DFD6"/>
                </a:solidFill>
              </a:rPr>
              <a:t> · </a:t>
            </a:r>
            <a:r>
              <a:rPr sz="900" b="0">
                <a:solidFill>
                  <a:srgbClr val="D4DFD6"/>
                </a:solidFill>
              </a:rPr>
              <a:t>인터넷</a:t>
            </a:r>
            <a:r>
              <a:rPr sz="900" b="0">
                <a:solidFill>
                  <a:srgbClr val="D4DFD6"/>
                </a:solidFill>
              </a:rPr>
              <a:t> </a:t>
            </a:r>
            <a:r>
              <a:rPr sz="900" b="0">
                <a:solidFill>
                  <a:srgbClr val="D4DFD6"/>
                </a:solidFill>
              </a:rPr>
              <a:t>배포본</a:t>
            </a:r>
            <a:r>
              <a:rPr sz="900" b="0">
                <a:solidFill>
                  <a:srgbClr val="D4DFD6"/>
                </a:solidFill>
              </a:rPr>
              <a:t> · 2026년 10월 </a:t>
            </a:r>
            <a:r>
              <a:rPr sz="900" b="0">
                <a:solidFill>
                  <a:srgbClr val="D4DFD6"/>
                </a:solidFill>
              </a:rPr>
              <a:t>기준</a:t>
            </a:r>
            <a:endParaRPr sz="900" b="0">
              <a:solidFill>
                <a:srgbClr val="D4DFD6"/>
              </a:solidFill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4F2EF28-BBC7-45D8-B607-C96F1E7C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992" y="4764633"/>
            <a:ext cx="12242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/>
                </a:solidFill>
              </a:rPr>
              <a:t>2026.10.29</a:t>
            </a:r>
          </a:p>
          <a:p xmlns:a="http://schemas.openxmlformats.org/drawingml/2006/main">
            <a:r>
              <a:rPr>
                <a:solidFill>
                  <a:schemeClr val="bg1"/>
                </a:solidFill>
              </a:rPr>
              <a:t>신발Q.C</a:t>
            </a:r>
          </a:p>
        </p:txBody>
      </p:sp>
    </p:spTree>
    <p:extLst>
      <p:ext uri="{BB962C8B-B14F-4D97-AF65-F5344CB8AC3E}">
        <p14:creationId xmlns:p14="http://schemas.microsoft.com/office/powerpoint/2010/main" val="6994085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3052CA62-E855-498B-8634-A5D3BE64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18DFD86-B00A-42E0-8F83-DA7E87B1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사이트 </a:t>
            </a:r>
            <a:r>
              <a:rPr sz="2550" b="1">
                <a:solidFill>
                  <a:srgbClr val="223F2E"/>
                </a:solidFill>
              </a:rPr>
              <a:t>접속과</a:t>
            </a:r>
            <a:r>
              <a:rPr sz="2550" b="1">
                <a:solidFill>
                  <a:srgbClr val="223F2E"/>
                </a:solidFill>
              </a:rPr>
              <a:t> </a:t>
            </a:r>
            <a:r>
              <a:rPr sz="2550" b="1">
                <a:solidFill>
                  <a:srgbClr val="223F2E"/>
                </a:solidFill>
              </a:rPr>
              <a:t>회원가입</a:t>
            </a:r>
            <a:endParaRPr sz="2550" b="1">
              <a:solidFill>
                <a:srgbClr val="223F2E"/>
              </a:solidFill>
            </a:endParaRP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21A905D-F936-4BE9-8957-0781A087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인터넷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주소에서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계정을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만들거나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기존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계정으로</a:t>
            </a:r>
            <a:r>
              <a:rPr sz="1200" b="0">
                <a:solidFill>
                  <a:srgbClr val="687068"/>
                </a:solidFill>
              </a:rPr>
              <a:t> </a:t>
            </a:r>
            <a:r>
              <a:rPr sz="1200" b="0">
                <a:solidFill>
                  <a:srgbClr val="687068"/>
                </a:solidFill>
              </a:rPr>
              <a:t>로그인합니다</a:t>
            </a:r>
            <a:r>
              <a:rPr sz="1200" b="0">
                <a:solidFill>
                  <a:srgbClr val="687068"/>
                </a:solidFill>
              </a:rPr>
              <a:t>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E662215-AF6F-4A5C-A1AF-D9C05EDC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091B75C-D7D7-4B4C-BC24-27DDCEA2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02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0C64D07A-BA64-4F33-943D-120C541747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35efeeac64b6e"/>
          <a:stretch xmlns:a="http://schemas.openxmlformats.org/drawingml/2006/main"/>
        </p:blipFill>
        <p:spPr>
          <a:xfrm xmlns:a="http://schemas.openxmlformats.org/drawingml/2006/main">
            <a:off x="523875" y="1383506"/>
            <a:ext cx="7239000" cy="4071938"/>
          </a:xfrm>
          <a:prstGeom xmlns:a="http://schemas.openxmlformats.org/drawingml/2006/main" prst="roundRect">
            <a:avLst>
              <a:gd name="adj" fmla="val 1869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37599B0-DEC0-4DC7-ABE9-06551E55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382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시작 순서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33D678B2-E452-4F31-B9B0-13CA677A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71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12887407-C6A4-49BD-A09B-845016B2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71675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웹 주소 nge00.github.io/shoeapp/로 접속합니다.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624E9E8D-97A6-469D-AC6C-F91E346A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44366E8B-D195-4645-A6B9-9F08FC5C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회원가입 탭에서 아이디(3~24자), 사용할 브랜드, 비밀번호(8자 이상)를 입력합니다.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0792DF9-6A91-4D71-B1C7-730200F8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57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B86D74D-00D1-4394-8C04-C70893CD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57575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이후에는 로그인 탭에서 같은 아이디와 비밀번호로 접속합니다.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9205C953-C2C9-44CD-BFE9-B976DFD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6E4C22E4-7840-4DA1-925B-B387ECE3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00525"/>
            <a:ext cx="320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관리자는 별도 관리자 로그인을 사용합니다.</a:t>
            </a:r>
          </a:p>
        </p:txBody>
      </p:sp>
      <p:sp>
        <p:nvSpPr>
          <p:cNvPr id="16" name="모서리가 둥근 직사각형 15">
            <a:extLst xmlns:a="http://schemas.openxmlformats.org/drawingml/2006/main">
              <a:ext uri="{FF2B5EF4-FFF2-40B4-BE49-F238E27FC236}">
                <a16:creationId xmlns:a16="http://schemas.microsoft.com/office/drawing/2014/main" id="{8EF767D2-A0F0-449A-8A6D-88BF9FC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43500"/>
            <a:ext cx="3333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2C278BE3-E454-4637-B050-2C409043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4" y="52482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3F2E"/>
                </a:solidFill>
              </a:defRPr>
            </a:defPPr>
            <a:lvl1pPr>
              <a:buNone/>
              <a:defRPr sz="1125" b="1">
                <a:solidFill>
                  <a:srgbClr val="223F2E"/>
                </a:solidFill>
              </a:defRPr>
            </a:lvl1pPr>
            <a:lvl2pPr>
              <a:buNone/>
              <a:defRPr sz="1125" b="1">
                <a:solidFill>
                  <a:srgbClr val="223F2E"/>
                </a:solidFill>
              </a:defRPr>
            </a:lvl2pPr>
            <a:lvl3pPr>
              <a:buNone/>
              <a:defRPr sz="1125" b="1">
                <a:solidFill>
                  <a:srgbClr val="223F2E"/>
                </a:solidFill>
              </a:defRPr>
            </a:lvl3pPr>
            <a:lvl4pPr>
              <a:buNone/>
              <a:defRPr sz="1125" b="1">
                <a:solidFill>
                  <a:srgbClr val="223F2E"/>
                </a:solidFill>
              </a:defRPr>
            </a:lvl4pPr>
            <a:lvl5pPr>
              <a:buNone/>
              <a:defRPr sz="1125" b="1">
                <a:solidFill>
                  <a:srgbClr val="223F2E"/>
                </a:solidFill>
              </a:defRPr>
            </a:lvl5pPr>
            <a:lvl6pPr>
              <a:buNone/>
              <a:defRPr sz="1125" b="1">
                <a:solidFill>
                  <a:srgbClr val="223F2E"/>
                </a:solidFill>
              </a:defRPr>
            </a:lvl6pPr>
            <a:lvl7pPr>
              <a:buNone/>
              <a:defRPr sz="1125" b="1">
                <a:solidFill>
                  <a:srgbClr val="223F2E"/>
                </a:solidFill>
              </a:defRPr>
            </a:lvl7pPr>
            <a:lvl8pPr>
              <a:buNone/>
              <a:defRPr sz="1125" b="1">
                <a:solidFill>
                  <a:srgbClr val="223F2E"/>
                </a:solidFill>
              </a:defRPr>
            </a:lvl8pPr>
            <a:lvl9pPr>
              <a:buNone/>
              <a:defRPr sz="1125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223F2E"/>
                </a:solidFill>
              </a:defRPr>
            </a:pPr>
            <a:r>
              <a:rPr sz="1050" b="1">
                <a:solidFill>
                  <a:srgbClr val="223F2E"/>
                </a:solidFill>
              </a:rPr>
              <a:t>* </a:t>
            </a:r>
            <a:r>
              <a:rPr sz="1050" b="1">
                <a:solidFill>
                  <a:srgbClr val="223F2E"/>
                </a:solidFill>
              </a:rPr>
              <a:t>브랜드</a:t>
            </a:r>
            <a:r>
              <a:rPr sz="1050" b="1">
                <a:solidFill>
                  <a:srgbClr val="223F2E"/>
                </a:solidFill>
              </a:rPr>
              <a:t> </a:t>
            </a:r>
            <a:r>
              <a:rPr sz="1050" b="1">
                <a:solidFill>
                  <a:srgbClr val="223F2E"/>
                </a:solidFill>
              </a:rPr>
              <a:t>계정은</a:t>
            </a:r>
            <a:r>
              <a:rPr sz="1050" b="1">
                <a:solidFill>
                  <a:srgbClr val="223F2E"/>
                </a:solidFill>
              </a:rPr>
              <a:t> </a:t>
            </a:r>
            <a:r>
              <a:rPr sz="1050"/>
              <a:t>반드시 본인소속 브랜드를 선택</a:t>
            </a:r>
            <a:r>
              <a:rPr sz="1050"/>
              <a:t>.   </a:t>
            </a:r>
            <a:r>
              <a:rPr sz="1050"/>
              <a:t>가입하시기 바랍니다</a:t>
            </a:r>
            <a:r>
              <a:rPr sz="1050"/>
              <a:t>.</a:t>
            </a:r>
          </a:p>
          <a:p xmlns:a="http://schemas.openxmlformats.org/drawingml/2006/main">
            <a:pPr>
              <a:buNone/>
              <a:defRPr sz="1125" b="1">
                <a:solidFill>
                  <a:srgbClr val="223F2E"/>
                </a:solidFill>
              </a:defRPr>
            </a:pPr>
            <a:endParaRPr sz="1050" b="1">
              <a:solidFill>
                <a:srgbClr val="223F2E"/>
              </a:solidFill>
            </a:endParaRPr>
          </a:p>
          <a:p xmlns:a="http://schemas.openxmlformats.org/drawingml/2006/main">
            <a:pPr>
              <a:buNone/>
              <a:defRPr sz="1125" b="1">
                <a:solidFill>
                  <a:srgbClr val="223F2E"/>
                </a:solidFill>
              </a:defRPr>
            </a:pPr>
            <a:r>
              <a:rPr sz="1050"/>
              <a:t>* </a:t>
            </a:r>
            <a:r>
              <a:rPr sz="1050"/>
              <a:t>개인정보는 수집하지 않습니다</a:t>
            </a:r>
            <a:r>
              <a:rPr sz="1050"/>
              <a:t>.</a:t>
            </a:r>
            <a:endParaRPr sz="1050" b="1">
              <a:solidFill>
                <a:srgbClr val="223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97732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89542E0-3768-4879-B7C3-58F8E93E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2416131-8917-4624-AE99-723ADD6A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대시보드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BC0B476E-B3FC-45C5-8162-644EB9C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브랜드와 시즌을 선택해 샘플 현황, 진도율, 예정된 미팅을 확인합니다.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C5917141-DBED-495D-8C2A-40F05B5D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7567696E-C527-48CE-9C2A-37D8B727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03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A7817712-B4E4-4750-A849-1C761C69AD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9c36d7f814981"/>
          <a:stretch xmlns:a="http://schemas.openxmlformats.org/drawingml/2006/main"/>
        </p:blipFill>
        <p:spPr>
          <a:xfrm xmlns:a="http://schemas.openxmlformats.org/drawingml/2006/main">
            <a:off x="524933" y="1400175"/>
            <a:ext cx="7332133" cy="4124325"/>
          </a:xfrm>
          <a:prstGeom xmlns:a="http://schemas.openxmlformats.org/drawingml/2006/main" prst="roundRect">
            <a:avLst>
              <a:gd name="adj" fmla="val 1848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4466F562-1AEE-4DC9-9EC0-40BE251C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38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주요 메뉴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CD9487BF-CB02-4957-B082-42429E98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33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0D04C63-33BD-44CB-B6A0-E8F74E26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33575"/>
            <a:ext cx="3152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대시보드: 요약 수치와 샘플 목록을 봅니다.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57358421-4C5B-4259-A51E-B7850D55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5622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173CB27-BB95-4749-8303-8BAE534F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62225"/>
            <a:ext cx="3152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샘플 관리: 등록 샘플을 찾아 이름을 수정하거나 삭제합니다.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FF26286-8636-47E9-8785-22C5C94E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908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678A831-F170-4136-BE6F-A73CD86C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90875"/>
            <a:ext cx="3152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미팅 예약: 예약 일정을 확인하고 변경·완료 처리합니다.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212519D-26BF-43FF-9400-0B307381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6A02AB68-2169-4253-BABA-B67CC7AA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819525"/>
            <a:ext cx="3152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브랜드 선택 및 시즌 선택: 조회할 자료 범위를 바꿉니다.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BEEE39CC-0F55-4DEB-89B1-CF0F3AFD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481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64BEB9EA-0A5C-4BF3-9C09-42415218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48175"/>
            <a:ext cx="31527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실시간 동기화: 최신 서버 데이터를 즉시 불러옵니다.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D989638-F318-487A-B730-6B5A1567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387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068"/>
                </a:solidFill>
              </a:defRPr>
            </a:defPPr>
            <a:lvl1pPr>
              <a:buNone/>
              <a:defRPr sz="1125" b="0">
                <a:solidFill>
                  <a:srgbClr val="687068"/>
                </a:solidFill>
              </a:defRPr>
            </a:lvl1pPr>
            <a:lvl2pPr>
              <a:buNone/>
              <a:defRPr sz="1125" b="0">
                <a:solidFill>
                  <a:srgbClr val="687068"/>
                </a:solidFill>
              </a:defRPr>
            </a:lvl2pPr>
            <a:lvl3pPr>
              <a:buNone/>
              <a:defRPr sz="1125" b="0">
                <a:solidFill>
                  <a:srgbClr val="687068"/>
                </a:solidFill>
              </a:defRPr>
            </a:lvl3pPr>
            <a:lvl4pPr>
              <a:buNone/>
              <a:defRPr sz="1125" b="0">
                <a:solidFill>
                  <a:srgbClr val="687068"/>
                </a:solidFill>
              </a:defRPr>
            </a:lvl4pPr>
            <a:lvl5pPr>
              <a:buNone/>
              <a:defRPr sz="1125" b="0">
                <a:solidFill>
                  <a:srgbClr val="687068"/>
                </a:solidFill>
              </a:defRPr>
            </a:lvl5pPr>
            <a:lvl6pPr>
              <a:buNone/>
              <a:defRPr sz="1125" b="0">
                <a:solidFill>
                  <a:srgbClr val="687068"/>
                </a:solidFill>
              </a:defRPr>
            </a:lvl6pPr>
            <a:lvl7pPr>
              <a:buNone/>
              <a:defRPr sz="1125" b="0">
                <a:solidFill>
                  <a:srgbClr val="687068"/>
                </a:solidFill>
              </a:defRPr>
            </a:lvl7pPr>
            <a:lvl8pPr>
              <a:buNone/>
              <a:defRPr sz="1125" b="0">
                <a:solidFill>
                  <a:srgbClr val="687068"/>
                </a:solidFill>
              </a:defRPr>
            </a:lvl8pPr>
            <a:lvl9pPr>
              <a:buNone/>
              <a:defRPr sz="1125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87068"/>
                </a:solidFill>
              </a:defRPr>
            </a:pPr>
            <a:r>
              <a:rPr sz="1125" b="0">
                <a:solidFill>
                  <a:srgbClr val="687068"/>
                </a:solidFill>
              </a:rPr>
              <a:t>샘플 표는 15개씩 표시됩니다. 스크롤바·검색·상태 필터로 나머지 목록을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2041739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0486D466-8387-4779-AA8A-2B7C9BAC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C4F9ECC-CA54-466C-B7C3-7AAE1544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샘플 등록과 수정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C7E25FF-51B2-47C3-A4A4-F3041BD7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상단의 [샘플 등록] 또는 샘플 표의 [편집]을 사용합니다.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90C5B90D-A411-4748-B651-4AF50D5A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AD41999B-AF65-4690-8545-1EB97333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04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B918372F-518C-4B06-B4B7-70EE700D7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64c6730374af0"/>
          <a:stretch xmlns:a="http://schemas.openxmlformats.org/drawingml/2006/main"/>
        </p:blipFill>
        <p:spPr>
          <a:xfrm xmlns:a="http://schemas.openxmlformats.org/drawingml/2006/main">
            <a:off x="523875" y="1362075"/>
            <a:ext cx="6858000" cy="3857625"/>
          </a:xfrm>
          <a:prstGeom xmlns:a="http://schemas.openxmlformats.org/drawingml/2006/main" prst="roundRect">
            <a:avLst>
              <a:gd name="adj" fmla="val 1975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66FE05A-A6FC-4BCE-8B63-20084000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382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입력 항목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FC01AE6-1C2E-40F0-AD88-05D9B7E7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14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A1B52168-8C6A-49CB-99F9-E39C2A72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14525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브랜드와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시즌을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확인하고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샘플명을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입력합니다</a:t>
            </a:r>
            <a:r>
              <a:rPr sz="1425" b="0">
                <a:solidFill>
                  <a:srgbClr val="20231F"/>
                </a:solidFill>
              </a:rPr>
              <a:t>.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시즌은 예시와 같이 입력 바랍니다</a:t>
            </a:r>
            <a:r>
              <a:rPr sz="1425" b="0">
                <a:solidFill>
                  <a:srgbClr val="20231F"/>
                </a:solidFill>
              </a:rPr>
              <a:t>.</a:t>
            </a:r>
            <a:endParaRPr sz="1425" b="0">
              <a:solidFill>
                <a:srgbClr val="20231F"/>
              </a:solidFill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2609B4B3-0BAD-47A0-86EA-B39A56AC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9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7B6624FD-4DA0-4703-ABFF-398365FB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19375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담당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MD·디자이너를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적고</a:t>
            </a:r>
            <a:r>
              <a:rPr sz="1425" b="0">
                <a:solidFill>
                  <a:srgbClr val="20231F"/>
                </a:solidFill>
              </a:rPr>
              <a:t>, </a:t>
            </a:r>
            <a:r>
              <a:rPr sz="1425" b="0">
                <a:solidFill>
                  <a:srgbClr val="20231F"/>
                </a:solidFill>
              </a:rPr>
              <a:t>생산처</a:t>
            </a:r>
            <a:r>
              <a:rPr sz="1425" b="0">
                <a:solidFill>
                  <a:srgbClr val="20231F"/>
                </a:solidFill>
              </a:rPr>
              <a:t>를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입력합니다</a:t>
            </a:r>
            <a:r>
              <a:rPr sz="1425" b="0">
                <a:solidFill>
                  <a:srgbClr val="20231F"/>
                </a:solidFill>
              </a:rPr>
              <a:t>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4265B5DE-3454-40F6-9B0A-D0BB1E92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242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7A552B84-B771-4566-98A1-4EC2B6A8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24225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진행 상태를 고릅니다. CFM은 70%, 생산시화는 100%가 자동 입력됩니다.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59A07D84-5D98-443D-9FBD-346AAB7E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290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1FBA772-E4E4-4E51-B784-740630D1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29075"/>
            <a:ext cx="3486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사진과 비고를 추가하고 [저장하기]를 누릅니다.</a:t>
            </a:r>
          </a:p>
        </p:txBody>
      </p:sp>
      <p:sp>
        <p:nvSpPr>
          <p:cNvPr id="16" name="모서리가 둥근 직사각형 15">
            <a:extLst xmlns:a="http://schemas.openxmlformats.org/drawingml/2006/main">
              <a:ext uri="{FF2B5EF4-FFF2-40B4-BE49-F238E27FC236}">
                <a16:creationId xmlns:a16="http://schemas.microsoft.com/office/drawing/2014/main" id="{03976257-5416-4797-A18A-07DEC64D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53000"/>
            <a:ext cx="3667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D3087D78-2CB8-4EB6-A40C-0AB43740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38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3F2E"/>
                </a:solidFill>
              </a:defRPr>
            </a:defPPr>
            <a:lvl1pPr>
              <a:buNone/>
              <a:defRPr sz="1125" b="1">
                <a:solidFill>
                  <a:srgbClr val="223F2E"/>
                </a:solidFill>
              </a:defRPr>
            </a:lvl1pPr>
            <a:lvl2pPr>
              <a:buNone/>
              <a:defRPr sz="1125" b="1">
                <a:solidFill>
                  <a:srgbClr val="223F2E"/>
                </a:solidFill>
              </a:defRPr>
            </a:lvl2pPr>
            <a:lvl3pPr>
              <a:buNone/>
              <a:defRPr sz="1125" b="1">
                <a:solidFill>
                  <a:srgbClr val="223F2E"/>
                </a:solidFill>
              </a:defRPr>
            </a:lvl3pPr>
            <a:lvl4pPr>
              <a:buNone/>
              <a:defRPr sz="1125" b="1">
                <a:solidFill>
                  <a:srgbClr val="223F2E"/>
                </a:solidFill>
              </a:defRPr>
            </a:lvl4pPr>
            <a:lvl5pPr>
              <a:buNone/>
              <a:defRPr sz="1125" b="1">
                <a:solidFill>
                  <a:srgbClr val="223F2E"/>
                </a:solidFill>
              </a:defRPr>
            </a:lvl5pPr>
            <a:lvl6pPr>
              <a:buNone/>
              <a:defRPr sz="1125" b="1">
                <a:solidFill>
                  <a:srgbClr val="223F2E"/>
                </a:solidFill>
              </a:defRPr>
            </a:lvl6pPr>
            <a:lvl7pPr>
              <a:buNone/>
              <a:defRPr sz="1125" b="1">
                <a:solidFill>
                  <a:srgbClr val="223F2E"/>
                </a:solidFill>
              </a:defRPr>
            </a:lvl7pPr>
            <a:lvl8pPr>
              <a:buNone/>
              <a:defRPr sz="1125" b="1">
                <a:solidFill>
                  <a:srgbClr val="223F2E"/>
                </a:solidFill>
              </a:defRPr>
            </a:lvl8pPr>
            <a:lvl9pPr>
              <a:buNone/>
              <a:defRPr sz="1125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223F2E"/>
                </a:solidFill>
              </a:defRPr>
            </a:pPr>
            <a:r>
              <a:rPr sz="1125" b="1">
                <a:solidFill>
                  <a:srgbClr val="223F2E"/>
                </a:solidFill>
              </a:rPr>
              <a:t>상태 예시: 1·2·3차 어프로발 → CFM 어프로발 → 생산시화 → 재시화</a:t>
            </a:r>
          </a:p>
        </p:txBody>
      </p:sp>
    </p:spTree>
    <p:extLst>
      <p:ext uri="{BB962C8B-B14F-4D97-AF65-F5344CB8AC3E}">
        <p14:creationId xmlns:p14="http://schemas.microsoft.com/office/powerpoint/2010/main" val="1884787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755F4F69-2994-400C-8C0E-64A7898F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D085E52-5B90-4C22-86F9-EDC728DF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샘플 관리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E1955AB3-9AF0-46C3-90EA-BD1D23D3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왼쪽 [샘플 관리]에서 등록 샘플을 선택해 정보를 정리합니다.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5C8193C1-4460-4866-BC16-62AAB986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4F54D8EB-310E-4DC7-AD96-B1E0790B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05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8AFDAB0A-5180-47F0-A5C1-E9DD251108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056a843de4601"/>
          <a:stretch xmlns:a="http://schemas.openxmlformats.org/drawingml/2006/main"/>
        </p:blipFill>
        <p:spPr>
          <a:xfrm xmlns:a="http://schemas.openxmlformats.org/drawingml/2006/main">
            <a:off x="693208" y="1381125"/>
            <a:ext cx="6519333" cy="3667125"/>
          </a:xfrm>
          <a:prstGeom xmlns:a="http://schemas.openxmlformats.org/drawingml/2006/main" prst="roundRect">
            <a:avLst>
              <a:gd name="adj" fmla="val 2078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52024471-07F5-433F-845D-DEA008CA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47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사용 방법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C8FEAEF-2BAB-478E-B7DD-6B90C492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52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41E6700-E2D9-422C-AD58-7342F59B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52625"/>
            <a:ext cx="3486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브랜드와 등록 샘플을 선택합니다.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AB49D7E-F71E-429D-BC4F-501CD77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0FD8E87-52DF-463E-936D-3554F039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67000"/>
            <a:ext cx="3486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샘플명을 바꾸려면 [샘플명 수정]을 누릅니다.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D3528004-4996-4AA1-B7F5-C524DC22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81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ADFECDC-3DDC-47AE-97B3-7E2372B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81375"/>
            <a:ext cx="3486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전체 항목을 편집하려면 닫은 뒤 대시보드 표의 [편집]을 사용합니다.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67A582B2-5B39-47F4-BBB9-74DBBA4A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0957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ABF3CB07-680C-44E3-9FD5-FF6771F3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95750"/>
            <a:ext cx="34861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샘플 삭제 시 연결된 미팅도 함께 삭제되므로 대상을 확인합니다.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01F4DDB8-E22B-4FBB-887F-6167EAA1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95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수정 내용은 같은 브랜드의 구성원에게 공유됩니다.</a:t>
            </a:r>
          </a:p>
        </p:txBody>
      </p:sp>
    </p:spTree>
    <p:extLst>
      <p:ext uri="{BB962C8B-B14F-4D97-AF65-F5344CB8AC3E}">
        <p14:creationId xmlns:p14="http://schemas.microsoft.com/office/powerpoint/2010/main" val="397404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306A0F7-B87C-4885-AC8E-1FF13B7A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8854D68-F23C-4DD7-9930-64A7B636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미팅 예약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3860DD23-21CF-48C5-A85C-6AFA1BB4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왼쪽 [미팅 예약] 또는 대시보드에서 월별 예약 달력을 확인하고 등록합니다.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68071E31-1C7A-478F-A6E5-73721A46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802F6DEE-76D4-4CA5-BDAA-C97452B1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06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E8E74EA0-F567-47B6-8F7B-A983070137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2db3d79b64c07"/>
          <a:stretch xmlns:a="http://schemas.openxmlformats.org/drawingml/2006/main"/>
        </p:blipFill>
        <p:spPr>
          <a:xfrm xmlns:a="http://schemas.openxmlformats.org/drawingml/2006/main">
            <a:off x="523875" y="1423988"/>
            <a:ext cx="6858000" cy="3857625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B5F17AF6-0C66-45FF-9D87-883EC1B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382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예약 절차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D026C779-5A05-41DA-B982-45C813CD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914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3E08CAC4-599E-4058-ACDD-C6D77CBB0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14525"/>
            <a:ext cx="348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브랜드, 상태, 예약자를 입력하고 샘플 아이템 체크박스를 복수 선택합니다.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C8BFF7F8-3F9A-4348-BA62-72538A30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574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9CE02289-3ADE-4B27-BBB9-6C07722B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348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예약 시간은 08:00~15:30(30분 간격)입니다. 같은 샘플의 여러 예약 시간은 카드 하나에 함께 표시됩니다.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23EF242-D1FD-4919-968B-D701DC49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4004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F4AA581A-34F8-41EA-B967-0BFD6A6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400425"/>
            <a:ext cx="348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장소는 미팅룸 A~D에서 고른 뒤 [예약 등록]을 누릅니다.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800AD7FC-C347-43E7-9A74-0005EAAE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9E5D0D99-86D4-4EE5-9C93-3438DE4D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143375"/>
            <a:ext cx="3486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관리자 일정과 이미 예약된 시간은 선택할 수 없습니다. 2026년 공휴일명은 날짜 아래에 빨간색으로 표시됩니다.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78553625-DCF4-4857-9F8C-35A2081E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14925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관리자는 달력 날짜를 눌러 일정명과 여러 시간대를 등록·수정·삭제할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514821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AA9D9F48-791E-48E2-8D95-87E689EB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E194EF24-5CAB-4C7F-958E-01A6DB66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진도율과 집계 기준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626A4FFF-2731-4DB4-BE6F-AF91D700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대시보드의 브랜드별 진도율 표와 상단 요약 카드를 확인합니다.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8305053E-EE87-4999-BE17-E74FAAD4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1D771B5-ECFA-4C7F-8618-8F2D0E9E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07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80C97EC2-568B-40B6-850C-D672342495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670d126854ed3"/>
          <a:stretch xmlns:a="http://schemas.openxmlformats.org/drawingml/2006/main"/>
        </p:blipFill>
        <p:spPr>
          <a:xfrm xmlns:a="http://schemas.openxmlformats.org/drawingml/2006/main">
            <a:off x="550333" y="1381125"/>
            <a:ext cx="7281333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2FE0E79-A26D-415C-9663-E3A1FFF7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57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집계 기준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463211D-EDBB-4006-8BF7-C60AF507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33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CF557221-F5A0-434A-AE89-77AACD32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33575"/>
            <a:ext cx="3152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CFM 진도율: CFM 어프로발 또는 생산시화 완료가 반영됩니다.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84B8881A-7335-40DB-B76E-AFFF327F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7146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0EFF096F-02D9-4449-BEF8-75E4D0B8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14625"/>
            <a:ext cx="3152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전체 진도율: 생산시화 또는 재시화 완료가 반영됩니다.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3CFD3E18-84CD-4D0B-B9C4-B6D1ADF0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956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415CD874-D9C3-445F-977B-F1B18AFA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95675"/>
            <a:ext cx="3152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생산시화 미팅 완료 시 샘플은 CFM 어프로발 완료로 바뀌고 100% 처리됩니다.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4642D9F3-23C5-497F-AE2F-F5AA4307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767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315C45"/>
                </a:solidFill>
              </a:defRPr>
            </a:defPPr>
            <a:lvl1pPr>
              <a:buNone/>
              <a:defRPr sz="1350" b="1">
                <a:solidFill>
                  <a:srgbClr val="315C45"/>
                </a:solidFill>
              </a:defRPr>
            </a:lvl1pPr>
            <a:lvl2pPr>
              <a:buNone/>
              <a:defRPr sz="1350" b="1">
                <a:solidFill>
                  <a:srgbClr val="315C45"/>
                </a:solidFill>
              </a:defRPr>
            </a:lvl2pPr>
            <a:lvl3pPr>
              <a:buNone/>
              <a:defRPr sz="1350" b="1">
                <a:solidFill>
                  <a:srgbClr val="315C45"/>
                </a:solidFill>
              </a:defRPr>
            </a:lvl3pPr>
            <a:lvl4pPr>
              <a:buNone/>
              <a:defRPr sz="1350" b="1">
                <a:solidFill>
                  <a:srgbClr val="315C45"/>
                </a:solidFill>
              </a:defRPr>
            </a:lvl4pPr>
            <a:lvl5pPr>
              <a:buNone/>
              <a:defRPr sz="1350" b="1">
                <a:solidFill>
                  <a:srgbClr val="315C45"/>
                </a:solidFill>
              </a:defRPr>
            </a:lvl5pPr>
            <a:lvl6pPr>
              <a:buNone/>
              <a:defRPr sz="1350" b="1">
                <a:solidFill>
                  <a:srgbClr val="315C45"/>
                </a:solidFill>
              </a:defRPr>
            </a:lvl6pPr>
            <a:lvl7pPr>
              <a:buNone/>
              <a:defRPr sz="1350" b="1">
                <a:solidFill>
                  <a:srgbClr val="315C45"/>
                </a:solidFill>
              </a:defRPr>
            </a:lvl7pPr>
            <a:lvl8pPr>
              <a:buNone/>
              <a:defRPr sz="1350" b="1">
                <a:solidFill>
                  <a:srgbClr val="315C45"/>
                </a:solidFill>
              </a:defRPr>
            </a:lvl8pPr>
            <a:lvl9pPr>
              <a:buNone/>
              <a:defRPr sz="13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350" b="1">
                <a:solidFill>
                  <a:srgbClr val="315C45"/>
                </a:solidFill>
              </a:defRPr>
            </a:pPr>
            <a:r>
              <a:rPr sz="135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2BFF7F48-E290-4488-B0EF-97C1F404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76725"/>
            <a:ext cx="31527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20231F"/>
                </a:solidFill>
              </a:defRPr>
            </a:defPPr>
            <a:lvl1pPr>
              <a:buNone/>
              <a:defRPr sz="1350" b="0">
                <a:solidFill>
                  <a:srgbClr val="20231F"/>
                </a:solidFill>
              </a:defRPr>
            </a:lvl1pPr>
            <a:lvl2pPr>
              <a:buNone/>
              <a:defRPr sz="1350" b="0">
                <a:solidFill>
                  <a:srgbClr val="20231F"/>
                </a:solidFill>
              </a:defRPr>
            </a:lvl2pPr>
            <a:lvl3pPr>
              <a:buNone/>
              <a:defRPr sz="1350" b="0">
                <a:solidFill>
                  <a:srgbClr val="20231F"/>
                </a:solidFill>
              </a:defRPr>
            </a:lvl3pPr>
            <a:lvl4pPr>
              <a:buNone/>
              <a:defRPr sz="1350" b="0">
                <a:solidFill>
                  <a:srgbClr val="20231F"/>
                </a:solidFill>
              </a:defRPr>
            </a:lvl4pPr>
            <a:lvl5pPr>
              <a:buNone/>
              <a:defRPr sz="1350" b="0">
                <a:solidFill>
                  <a:srgbClr val="20231F"/>
                </a:solidFill>
              </a:defRPr>
            </a:lvl5pPr>
            <a:lvl6pPr>
              <a:buNone/>
              <a:defRPr sz="1350" b="0">
                <a:solidFill>
                  <a:srgbClr val="20231F"/>
                </a:solidFill>
              </a:defRPr>
            </a:lvl6pPr>
            <a:lvl7pPr>
              <a:buNone/>
              <a:defRPr sz="1350" b="0">
                <a:solidFill>
                  <a:srgbClr val="20231F"/>
                </a:solidFill>
              </a:defRPr>
            </a:lvl7pPr>
            <a:lvl8pPr>
              <a:buNone/>
              <a:defRPr sz="1350" b="0">
                <a:solidFill>
                  <a:srgbClr val="20231F"/>
                </a:solidFill>
              </a:defRPr>
            </a:lvl8pPr>
            <a:lvl9pPr>
              <a:buNone/>
              <a:defRPr sz="135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350" b="0">
                <a:solidFill>
                  <a:srgbClr val="20231F"/>
                </a:solidFill>
              </a:defRPr>
            </a:pPr>
            <a:r>
              <a:rPr sz="1350" b="0">
                <a:solidFill>
                  <a:srgbClr val="20231F"/>
                </a:solidFill>
              </a:rPr>
              <a:t>예약과 샘플의 브랜드·샘플명이 일치해야 해당 아이템으로 집계됩니다.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63A43D8B-C6F7-4D62-A851-EB0C461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8637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687068"/>
                </a:solidFill>
              </a:defRPr>
            </a:defPPr>
            <a:lvl1pPr>
              <a:buNone/>
              <a:defRPr sz="1125" b="0">
                <a:solidFill>
                  <a:srgbClr val="687068"/>
                </a:solidFill>
              </a:defRPr>
            </a:lvl1pPr>
            <a:lvl2pPr>
              <a:buNone/>
              <a:defRPr sz="1125" b="0">
                <a:solidFill>
                  <a:srgbClr val="687068"/>
                </a:solidFill>
              </a:defRPr>
            </a:lvl2pPr>
            <a:lvl3pPr>
              <a:buNone/>
              <a:defRPr sz="1125" b="0">
                <a:solidFill>
                  <a:srgbClr val="687068"/>
                </a:solidFill>
              </a:defRPr>
            </a:lvl3pPr>
            <a:lvl4pPr>
              <a:buNone/>
              <a:defRPr sz="1125" b="0">
                <a:solidFill>
                  <a:srgbClr val="687068"/>
                </a:solidFill>
              </a:defRPr>
            </a:lvl4pPr>
            <a:lvl5pPr>
              <a:buNone/>
              <a:defRPr sz="1125" b="0">
                <a:solidFill>
                  <a:srgbClr val="687068"/>
                </a:solidFill>
              </a:defRPr>
            </a:lvl5pPr>
            <a:lvl6pPr>
              <a:buNone/>
              <a:defRPr sz="1125" b="0">
                <a:solidFill>
                  <a:srgbClr val="687068"/>
                </a:solidFill>
              </a:defRPr>
            </a:lvl6pPr>
            <a:lvl7pPr>
              <a:buNone/>
              <a:defRPr sz="1125" b="0">
                <a:solidFill>
                  <a:srgbClr val="687068"/>
                </a:solidFill>
              </a:defRPr>
            </a:lvl7pPr>
            <a:lvl8pPr>
              <a:buNone/>
              <a:defRPr sz="1125" b="0">
                <a:solidFill>
                  <a:srgbClr val="687068"/>
                </a:solidFill>
              </a:defRPr>
            </a:lvl8pPr>
            <a:lvl9pPr>
              <a:buNone/>
              <a:defRPr sz="1125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687068"/>
                </a:solidFill>
              </a:defRPr>
            </a:pPr>
            <a:r>
              <a:rPr sz="1125" b="0">
                <a:solidFill>
                  <a:srgbClr val="687068"/>
                </a:solidFill>
              </a:rPr>
              <a:t>[엑셀 내보내기]는 현재 선택한 시즌과 브랜드의 자료를 내려받습니다.</a:t>
            </a:r>
          </a:p>
        </p:txBody>
      </p:sp>
    </p:spTree>
    <p:extLst>
      <p:ext uri="{BB962C8B-B14F-4D97-AF65-F5344CB8AC3E}">
        <p14:creationId xmlns:p14="http://schemas.microsoft.com/office/powerpoint/2010/main" val="4480230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3CE4AA8D-FBDA-4A9C-A0AC-FAC271B5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E6DAED4-A02F-4309-BF1B-C19D943D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예약 확인과 미팅 완료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10DD0E92-CA0F-48F7-A189-42212894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대시보드의 어프로발 미팅 예약 영역에서 진행합니다.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D4A67815-832A-4F2E-9E06-A24B9F2C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5ACF46C5-6132-4EE0-966D-41AA2D40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08</a:t>
            </a:r>
          </a:p>
        </p:txBody>
      </p:sp>
      <p:pic>
        <p:nvPicPr>
          <p:cNvPr id="6" name="그림 5">
            <a:extLst xmlns:a="http://schemas.openxmlformats.org/drawingml/2006/main">
              <a:ext uri="{FF2B5EF4-FFF2-40B4-BE49-F238E27FC236}">
                <a16:creationId xmlns:a16="http://schemas.microsoft.com/office/drawing/2014/main" id="{DD17C014-AC42-4B0F-8463-E66BEA0ED0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dd5e8fd7e430b"/>
          <a:stretch xmlns:a="http://schemas.openxmlformats.org/drawingml/2006/main"/>
        </p:blipFill>
        <p:spPr>
          <a:xfrm xmlns:a="http://schemas.openxmlformats.org/drawingml/2006/main">
            <a:off x="550333" y="1381125"/>
            <a:ext cx="7281333" cy="4095750"/>
          </a:xfrm>
          <a:prstGeom xmlns:a="http://schemas.openxmlformats.org/drawingml/2006/main" prst="roundRect">
            <a:avLst>
              <a:gd name="adj" fmla="val 1860"/>
            </a:avLst>
          </a:prstGeom>
        </p:spPr>
      </p:pic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9E0EF25A-9AC4-45A1-AE59-93076D6E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4573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315C45"/>
                </a:solidFill>
              </a:defRPr>
            </a:defPPr>
            <a:lvl1pPr>
              <a:buNone/>
              <a:defRPr sz="1650" b="1">
                <a:solidFill>
                  <a:srgbClr val="315C45"/>
                </a:solidFill>
              </a:defRPr>
            </a:lvl1pPr>
            <a:lvl2pPr>
              <a:buNone/>
              <a:defRPr sz="1650" b="1">
                <a:solidFill>
                  <a:srgbClr val="315C45"/>
                </a:solidFill>
              </a:defRPr>
            </a:lvl2pPr>
            <a:lvl3pPr>
              <a:buNone/>
              <a:defRPr sz="1650" b="1">
                <a:solidFill>
                  <a:srgbClr val="315C45"/>
                </a:solidFill>
              </a:defRPr>
            </a:lvl3pPr>
            <a:lvl4pPr>
              <a:buNone/>
              <a:defRPr sz="1650" b="1">
                <a:solidFill>
                  <a:srgbClr val="315C45"/>
                </a:solidFill>
              </a:defRPr>
            </a:lvl4pPr>
            <a:lvl5pPr>
              <a:buNone/>
              <a:defRPr sz="1650" b="1">
                <a:solidFill>
                  <a:srgbClr val="315C45"/>
                </a:solidFill>
              </a:defRPr>
            </a:lvl5pPr>
            <a:lvl6pPr>
              <a:buNone/>
              <a:defRPr sz="1650" b="1">
                <a:solidFill>
                  <a:srgbClr val="315C45"/>
                </a:solidFill>
              </a:defRPr>
            </a:lvl6pPr>
            <a:lvl7pPr>
              <a:buNone/>
              <a:defRPr sz="1650" b="1">
                <a:solidFill>
                  <a:srgbClr val="315C45"/>
                </a:solidFill>
              </a:defRPr>
            </a:lvl7pPr>
            <a:lvl8pPr>
              <a:buNone/>
              <a:defRPr sz="1650" b="1">
                <a:solidFill>
                  <a:srgbClr val="315C45"/>
                </a:solidFill>
              </a:defRPr>
            </a:lvl8pPr>
            <a:lvl9pPr>
              <a:buNone/>
              <a:defRPr sz="165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650" b="1">
                <a:solidFill>
                  <a:srgbClr val="315C45"/>
                </a:solidFill>
              </a:defRPr>
            </a:pPr>
            <a:r>
              <a:rPr sz="1650" b="1">
                <a:solidFill>
                  <a:srgbClr val="315C45"/>
                </a:solidFill>
              </a:rPr>
              <a:t>예약 카드 메뉴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A096672-1A2C-4A60-94CE-1D08FCFD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43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27AA616-4A82-4DE4-B3B9-DA8A46E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43100"/>
            <a:ext cx="3152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미팅 완료: 선택한 상태로 샘플 진행 상태를 갱신합니다.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37957004-5DA1-4F9D-818F-047F3F8FA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95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159BFDA-EE3F-4F8F-8E93-F08A0FA1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695575"/>
            <a:ext cx="3152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일정 변경: 예약자, 날짜, 시간, 장소, 샘플, 진행 상태를 수정합니다.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F757ACD1-7F4B-420F-A65A-6E1DB09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448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5DA5C4E3-BDDB-4D5C-AC77-93494EEF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448050"/>
            <a:ext cx="31527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삭제: 예약을 취소합니다.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F26AF36C-5F13-4462-A0FF-623AE5B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2005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D987BE18-98A9-4900-BA34-5C13F641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200525"/>
            <a:ext cx="31527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00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defPPr>
            <a:lvl1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1pPr>
            <a:lvl2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2pPr>
            <a:lvl3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3pPr>
            <a:lvl4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4pPr>
            <a:lvl5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5pPr>
            <a:lvl6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6pPr>
            <a:lvl7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7pPr>
            <a:lvl8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8pPr>
            <a:lvl9pPr algn="l">
              <a:buNone/>
              <a:defRPr sz="1425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20231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0231F"/>
                </a:solidFill>
                <a:latin typeface="Aptos"/>
                <a:ea typeface="Aptos"/>
                <a:cs typeface="Aptos"/>
              </a:rPr>
              <a:t>관리자 전용 우측 하단 팝업은 샘플별 표시됩니다. 여러 예약 시간은 한 카드에 모이고 [관리자 확인] 전까지 유지됩니다.</a:t>
            </a:r>
          </a:p>
        </p:txBody>
      </p:sp>
      <p:sp>
        <p:nvSpPr>
          <p:cNvPr id="16" name="모서리가 둥근 직사각형 15">
            <a:extLst xmlns:a="http://schemas.openxmlformats.org/drawingml/2006/main">
              <a:ext uri="{FF2B5EF4-FFF2-40B4-BE49-F238E27FC236}">
                <a16:creationId xmlns:a16="http://schemas.microsoft.com/office/drawing/2014/main" id="{28AE9BCA-07BC-41A7-AD9B-3C60D65D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4" y="5238750"/>
            <a:ext cx="3381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37254CB7-D5BE-4C84-9C15-60554C5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305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23F2E"/>
                </a:solidFill>
              </a:defRPr>
            </a:defPPr>
            <a:lvl1pPr>
              <a:buNone/>
              <a:defRPr sz="1125" b="1">
                <a:solidFill>
                  <a:srgbClr val="223F2E"/>
                </a:solidFill>
              </a:defRPr>
            </a:lvl1pPr>
            <a:lvl2pPr>
              <a:buNone/>
              <a:defRPr sz="1125" b="1">
                <a:solidFill>
                  <a:srgbClr val="223F2E"/>
                </a:solidFill>
              </a:defRPr>
            </a:lvl2pPr>
            <a:lvl3pPr>
              <a:buNone/>
              <a:defRPr sz="1125" b="1">
                <a:solidFill>
                  <a:srgbClr val="223F2E"/>
                </a:solidFill>
              </a:defRPr>
            </a:lvl3pPr>
            <a:lvl4pPr>
              <a:buNone/>
              <a:defRPr sz="1125" b="1">
                <a:solidFill>
                  <a:srgbClr val="223F2E"/>
                </a:solidFill>
              </a:defRPr>
            </a:lvl4pPr>
            <a:lvl5pPr>
              <a:buNone/>
              <a:defRPr sz="1125" b="1">
                <a:solidFill>
                  <a:srgbClr val="223F2E"/>
                </a:solidFill>
              </a:defRPr>
            </a:lvl5pPr>
            <a:lvl6pPr>
              <a:buNone/>
              <a:defRPr sz="1125" b="1">
                <a:solidFill>
                  <a:srgbClr val="223F2E"/>
                </a:solidFill>
              </a:defRPr>
            </a:lvl6pPr>
            <a:lvl7pPr>
              <a:buNone/>
              <a:defRPr sz="1125" b="1">
                <a:solidFill>
                  <a:srgbClr val="223F2E"/>
                </a:solidFill>
              </a:defRPr>
            </a:lvl7pPr>
            <a:lvl8pPr>
              <a:buNone/>
              <a:defRPr sz="1125" b="1">
                <a:solidFill>
                  <a:srgbClr val="223F2E"/>
                </a:solidFill>
              </a:defRPr>
            </a:lvl8pPr>
            <a:lvl9pPr>
              <a:buNone/>
              <a:defRPr sz="1125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1125" b="1">
                <a:solidFill>
                  <a:srgbClr val="223F2E"/>
                </a:solidFill>
              </a:defRPr>
            </a:pPr>
            <a:r>
              <a:rPr sz="1100" b="1">
                <a:solidFill>
                  <a:srgbClr val="223F2E"/>
                </a:solidFill>
              </a:rPr>
              <a:t>생산시화</a:t>
            </a:r>
            <a:r>
              <a:rPr sz="1100" b="1">
                <a:solidFill>
                  <a:srgbClr val="223F2E"/>
                </a:solidFill>
              </a:rPr>
              <a:t> </a:t>
            </a:r>
            <a:r>
              <a:rPr sz="1100" b="1">
                <a:solidFill>
                  <a:srgbClr val="223F2E"/>
                </a:solidFill>
              </a:rPr>
              <a:t>완료는</a:t>
            </a:r>
            <a:r>
              <a:rPr sz="1100" b="1">
                <a:solidFill>
                  <a:srgbClr val="223F2E"/>
                </a:solidFill>
              </a:rPr>
              <a:t> CFM </a:t>
            </a:r>
            <a:r>
              <a:rPr sz="1100" b="1">
                <a:solidFill>
                  <a:srgbClr val="223F2E"/>
                </a:solidFill>
              </a:rPr>
              <a:t>진도에도</a:t>
            </a:r>
            <a:r>
              <a:rPr sz="1100" b="1">
                <a:solidFill>
                  <a:srgbClr val="223F2E"/>
                </a:solidFill>
              </a:rPr>
              <a:t> </a:t>
            </a:r>
            <a:r>
              <a:rPr sz="1100" b="1">
                <a:solidFill>
                  <a:srgbClr val="223F2E"/>
                </a:solidFill>
              </a:rPr>
              <a:t>포함됩니다</a:t>
            </a:r>
            <a:r>
              <a:rPr sz="1100" b="1">
                <a:solidFill>
                  <a:srgbClr val="223F2E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84000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직사각형 24">
            <a:extLst xmlns:a="http://schemas.openxmlformats.org/drawingml/2006/main">
              <a:ext uri="{FF2B5EF4-FFF2-40B4-BE49-F238E27FC236}">
                <a16:creationId xmlns:a16="http://schemas.microsoft.com/office/drawing/2014/main" id="{F5816FCF-07BA-42C2-8610-E7580F54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1BF6FDE-710C-4900-852B-8E408502E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23F2E"/>
                </a:solidFill>
              </a:defRPr>
            </a:defPPr>
            <a:lvl1pPr>
              <a:buNone/>
              <a:defRPr sz="2550" b="1">
                <a:solidFill>
                  <a:srgbClr val="223F2E"/>
                </a:solidFill>
              </a:defRPr>
            </a:lvl1pPr>
            <a:lvl2pPr>
              <a:buNone/>
              <a:defRPr sz="2550" b="1">
                <a:solidFill>
                  <a:srgbClr val="223F2E"/>
                </a:solidFill>
              </a:defRPr>
            </a:lvl2pPr>
            <a:lvl3pPr>
              <a:buNone/>
              <a:defRPr sz="2550" b="1">
                <a:solidFill>
                  <a:srgbClr val="223F2E"/>
                </a:solidFill>
              </a:defRPr>
            </a:lvl3pPr>
            <a:lvl4pPr>
              <a:buNone/>
              <a:defRPr sz="2550" b="1">
                <a:solidFill>
                  <a:srgbClr val="223F2E"/>
                </a:solidFill>
              </a:defRPr>
            </a:lvl4pPr>
            <a:lvl5pPr>
              <a:buNone/>
              <a:defRPr sz="2550" b="1">
                <a:solidFill>
                  <a:srgbClr val="223F2E"/>
                </a:solidFill>
              </a:defRPr>
            </a:lvl5pPr>
            <a:lvl6pPr>
              <a:buNone/>
              <a:defRPr sz="2550" b="1">
                <a:solidFill>
                  <a:srgbClr val="223F2E"/>
                </a:solidFill>
              </a:defRPr>
            </a:lvl6pPr>
            <a:lvl7pPr>
              <a:buNone/>
              <a:defRPr sz="2550" b="1">
                <a:solidFill>
                  <a:srgbClr val="223F2E"/>
                </a:solidFill>
              </a:defRPr>
            </a:lvl7pPr>
            <a:lvl8pPr>
              <a:buNone/>
              <a:defRPr sz="2550" b="1">
                <a:solidFill>
                  <a:srgbClr val="223F2E"/>
                </a:solidFill>
              </a:defRPr>
            </a:lvl8pPr>
            <a:lvl9pPr>
              <a:buNone/>
              <a:defRPr sz="2550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223F2E"/>
                </a:solidFill>
              </a:defRPr>
            </a:pPr>
            <a:r>
              <a:rPr sz="2550" b="1">
                <a:solidFill>
                  <a:srgbClr val="223F2E"/>
                </a:solidFill>
              </a:rPr>
              <a:t>엑셀 내보내기와 계정 범위</a:t>
            </a:r>
          </a:p>
        </p:txBody>
      </p:sp>
      <p:sp>
        <p:nvSpPr>
          <p:cNvPr id="3" name="직사각형 2">
            <a:extLst xmlns:a="http://schemas.openxmlformats.org/drawingml/2006/main">
              <a:ext uri="{FF2B5EF4-FFF2-40B4-BE49-F238E27FC236}">
                <a16:creationId xmlns:a16="http://schemas.microsoft.com/office/drawing/2014/main" id="{DDFB96C7-9ADD-4451-A2EF-5D86A5C1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87068"/>
                </a:solidFill>
              </a:defRPr>
            </a:defPPr>
            <a:lvl1pPr>
              <a:buNone/>
              <a:defRPr sz="1200" b="0">
                <a:solidFill>
                  <a:srgbClr val="687068"/>
                </a:solidFill>
              </a:defRPr>
            </a:lvl1pPr>
            <a:lvl2pPr>
              <a:buNone/>
              <a:defRPr sz="1200" b="0">
                <a:solidFill>
                  <a:srgbClr val="687068"/>
                </a:solidFill>
              </a:defRPr>
            </a:lvl2pPr>
            <a:lvl3pPr>
              <a:buNone/>
              <a:defRPr sz="1200" b="0">
                <a:solidFill>
                  <a:srgbClr val="687068"/>
                </a:solidFill>
              </a:defRPr>
            </a:lvl3pPr>
            <a:lvl4pPr>
              <a:buNone/>
              <a:defRPr sz="1200" b="0">
                <a:solidFill>
                  <a:srgbClr val="687068"/>
                </a:solidFill>
              </a:defRPr>
            </a:lvl4pPr>
            <a:lvl5pPr>
              <a:buNone/>
              <a:defRPr sz="1200" b="0">
                <a:solidFill>
                  <a:srgbClr val="687068"/>
                </a:solidFill>
              </a:defRPr>
            </a:lvl5pPr>
            <a:lvl6pPr>
              <a:buNone/>
              <a:defRPr sz="1200" b="0">
                <a:solidFill>
                  <a:srgbClr val="687068"/>
                </a:solidFill>
              </a:defRPr>
            </a:lvl6pPr>
            <a:lvl7pPr>
              <a:buNone/>
              <a:defRPr sz="1200" b="0">
                <a:solidFill>
                  <a:srgbClr val="687068"/>
                </a:solidFill>
              </a:defRPr>
            </a:lvl7pPr>
            <a:lvl8pPr>
              <a:buNone/>
              <a:defRPr sz="1200" b="0">
                <a:solidFill>
                  <a:srgbClr val="687068"/>
                </a:solidFill>
              </a:defRPr>
            </a:lvl8pPr>
            <a:lvl9pPr>
              <a:buNone/>
              <a:defRPr sz="1200" b="0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87068"/>
                </a:solidFill>
              </a:defRPr>
            </a:pPr>
            <a:r>
              <a:rPr sz="1200" b="0">
                <a:solidFill>
                  <a:srgbClr val="687068"/>
                </a:solidFill>
              </a:rPr>
              <a:t>인터넷 배포본은 Supabase에 자료를 저장합니다.</a:t>
            </a:r>
          </a:p>
        </p:txBody>
      </p:sp>
      <p:sp>
        <p:nvSpPr>
          <p:cNvPr id="4" name="직사각형 3">
            <a:extLst xmlns:a="http://schemas.openxmlformats.org/drawingml/2006/main">
              <a:ext uri="{FF2B5EF4-FFF2-40B4-BE49-F238E27FC236}">
                <a16:creationId xmlns:a16="http://schemas.microsoft.com/office/drawing/2014/main" id="{2A01C2D5-F84D-4B7F-ABCC-33C62CA2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523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687068"/>
                </a:solidFill>
              </a:defRPr>
            </a:defPPr>
            <a:lvl1pPr>
              <a:buNone/>
              <a:defRPr sz="900" b="1">
                <a:solidFill>
                  <a:srgbClr val="687068"/>
                </a:solidFill>
              </a:defRPr>
            </a:lvl1pPr>
            <a:lvl2pPr>
              <a:buNone/>
              <a:defRPr sz="900" b="1">
                <a:solidFill>
                  <a:srgbClr val="687068"/>
                </a:solidFill>
              </a:defRPr>
            </a:lvl2pPr>
            <a:lvl3pPr>
              <a:buNone/>
              <a:defRPr sz="900" b="1">
                <a:solidFill>
                  <a:srgbClr val="687068"/>
                </a:solidFill>
              </a:defRPr>
            </a:lvl3pPr>
            <a:lvl4pPr>
              <a:buNone/>
              <a:defRPr sz="900" b="1">
                <a:solidFill>
                  <a:srgbClr val="687068"/>
                </a:solidFill>
              </a:defRPr>
            </a:lvl4pPr>
            <a:lvl5pPr>
              <a:buNone/>
              <a:defRPr sz="900" b="1">
                <a:solidFill>
                  <a:srgbClr val="687068"/>
                </a:solidFill>
              </a:defRPr>
            </a:lvl5pPr>
            <a:lvl6pPr>
              <a:buNone/>
              <a:defRPr sz="900" b="1">
                <a:solidFill>
                  <a:srgbClr val="687068"/>
                </a:solidFill>
              </a:defRPr>
            </a:lvl6pPr>
            <a:lvl7pPr>
              <a:buNone/>
              <a:defRPr sz="900" b="1">
                <a:solidFill>
                  <a:srgbClr val="687068"/>
                </a:solidFill>
              </a:defRPr>
            </a:lvl7pPr>
            <a:lvl8pPr>
              <a:buNone/>
              <a:defRPr sz="900" b="1">
                <a:solidFill>
                  <a:srgbClr val="687068"/>
                </a:solidFill>
              </a:defRPr>
            </a:lvl8pPr>
            <a:lvl9pPr>
              <a:buNone/>
              <a:defRPr sz="900" b="1">
                <a:solidFill>
                  <a:srgbClr val="687068"/>
                </a:solidFill>
              </a:defRPr>
            </a:lvl9pPr>
          </a:lstStyle>
          <a:p xmlns:a="http://schemas.openxmlformats.org/drawingml/2006/main">
            <a:pPr>
              <a:buNone/>
              <a:defRPr sz="900" b="1">
                <a:solidFill>
                  <a:srgbClr val="687068"/>
                </a:solidFill>
              </a:defRPr>
            </a:pPr>
            <a:r>
              <a:rPr sz="900" b="1">
                <a:solidFill>
                  <a:srgbClr val="687068"/>
                </a:solidFill>
              </a:rPr>
              <a:t>K2 GROUP  ·  신발 어프로발</a:t>
            </a:r>
          </a:p>
        </p:txBody>
      </p:sp>
      <p:sp>
        <p:nvSpPr>
          <p:cNvPr id="5" name="직사각형 4">
            <a:extLst xmlns:a="http://schemas.openxmlformats.org/drawingml/2006/main">
              <a:ext uri="{FF2B5EF4-FFF2-40B4-BE49-F238E27FC236}">
                <a16:creationId xmlns:a16="http://schemas.microsoft.com/office/drawing/2014/main" id="{3FE0B7A2-0FA7-43F6-9F75-85D8DA1E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315C45"/>
                </a:solidFill>
              </a:defRPr>
            </a:defPPr>
            <a:lvl1pPr>
              <a:buNone/>
              <a:defRPr sz="975" b="1">
                <a:solidFill>
                  <a:srgbClr val="315C45"/>
                </a:solidFill>
              </a:defRPr>
            </a:lvl1pPr>
            <a:lvl2pPr>
              <a:buNone/>
              <a:defRPr sz="975" b="1">
                <a:solidFill>
                  <a:srgbClr val="315C45"/>
                </a:solidFill>
              </a:defRPr>
            </a:lvl2pPr>
            <a:lvl3pPr>
              <a:buNone/>
              <a:defRPr sz="975" b="1">
                <a:solidFill>
                  <a:srgbClr val="315C45"/>
                </a:solidFill>
              </a:defRPr>
            </a:lvl3pPr>
            <a:lvl4pPr>
              <a:buNone/>
              <a:defRPr sz="975" b="1">
                <a:solidFill>
                  <a:srgbClr val="315C45"/>
                </a:solidFill>
              </a:defRPr>
            </a:lvl4pPr>
            <a:lvl5pPr>
              <a:buNone/>
              <a:defRPr sz="975" b="1">
                <a:solidFill>
                  <a:srgbClr val="315C45"/>
                </a:solidFill>
              </a:defRPr>
            </a:lvl5pPr>
            <a:lvl6pPr>
              <a:buNone/>
              <a:defRPr sz="975" b="1">
                <a:solidFill>
                  <a:srgbClr val="315C45"/>
                </a:solidFill>
              </a:defRPr>
            </a:lvl6pPr>
            <a:lvl7pPr>
              <a:buNone/>
              <a:defRPr sz="975" b="1">
                <a:solidFill>
                  <a:srgbClr val="315C45"/>
                </a:solidFill>
              </a:defRPr>
            </a:lvl7pPr>
            <a:lvl8pPr>
              <a:buNone/>
              <a:defRPr sz="975" b="1">
                <a:solidFill>
                  <a:srgbClr val="315C45"/>
                </a:solidFill>
              </a:defRPr>
            </a:lvl8pPr>
            <a:lvl9pPr>
              <a:buNone/>
              <a:defRPr sz="97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975" b="1">
                <a:solidFill>
                  <a:srgbClr val="315C45"/>
                </a:solidFill>
              </a:defRPr>
            </a:pPr>
            <a:r>
              <a:rPr sz="975" b="1">
                <a:solidFill>
                  <a:srgbClr val="315C45"/>
                </a:solidFill>
              </a:rPr>
              <a:t>09</a:t>
            </a:r>
          </a:p>
        </p:txBody>
      </p:sp>
      <p:sp>
        <p:nvSpPr>
          <p:cNvPr id="6" name="모서리가 둥근 직사각형 5">
            <a:extLst xmlns:a="http://schemas.openxmlformats.org/drawingml/2006/main">
              <a:ext uri="{FF2B5EF4-FFF2-40B4-BE49-F238E27FC236}">
                <a16:creationId xmlns:a16="http://schemas.microsoft.com/office/drawing/2014/main" id="{506AD5B7-5777-41F9-B82D-08E27D23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52387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3681EA16-1AAD-447F-ADAA-E97B6F2A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15C45"/>
                </a:solidFill>
              </a:defRPr>
            </a:defPPr>
            <a:lvl1pPr>
              <a:buNone/>
              <a:defRPr sz="1725" b="1">
                <a:solidFill>
                  <a:srgbClr val="315C45"/>
                </a:solidFill>
              </a:defRPr>
            </a:lvl1pPr>
            <a:lvl2pPr>
              <a:buNone/>
              <a:defRPr sz="1725" b="1">
                <a:solidFill>
                  <a:srgbClr val="315C45"/>
                </a:solidFill>
              </a:defRPr>
            </a:lvl2pPr>
            <a:lvl3pPr>
              <a:buNone/>
              <a:defRPr sz="1725" b="1">
                <a:solidFill>
                  <a:srgbClr val="315C45"/>
                </a:solidFill>
              </a:defRPr>
            </a:lvl3pPr>
            <a:lvl4pPr>
              <a:buNone/>
              <a:defRPr sz="1725" b="1">
                <a:solidFill>
                  <a:srgbClr val="315C45"/>
                </a:solidFill>
              </a:defRPr>
            </a:lvl4pPr>
            <a:lvl5pPr>
              <a:buNone/>
              <a:defRPr sz="1725" b="1">
                <a:solidFill>
                  <a:srgbClr val="315C45"/>
                </a:solidFill>
              </a:defRPr>
            </a:lvl5pPr>
            <a:lvl6pPr>
              <a:buNone/>
              <a:defRPr sz="1725" b="1">
                <a:solidFill>
                  <a:srgbClr val="315C45"/>
                </a:solidFill>
              </a:defRPr>
            </a:lvl6pPr>
            <a:lvl7pPr>
              <a:buNone/>
              <a:defRPr sz="1725" b="1">
                <a:solidFill>
                  <a:srgbClr val="315C45"/>
                </a:solidFill>
              </a:defRPr>
            </a:lvl7pPr>
            <a:lvl8pPr>
              <a:buNone/>
              <a:defRPr sz="1725" b="1">
                <a:solidFill>
                  <a:srgbClr val="315C45"/>
                </a:solidFill>
              </a:defRPr>
            </a:lvl8pPr>
            <a:lvl9pPr>
              <a:buNone/>
              <a:defRPr sz="17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15C45"/>
                </a:solidFill>
              </a:defRPr>
            </a:pPr>
            <a:r>
              <a:rPr sz="1725" b="1">
                <a:solidFill>
                  <a:srgbClr val="315C45"/>
                </a:solidFill>
              </a:rPr>
              <a:t>내려받는 파일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88BF5AA9-5EF9-4FDB-82D6-60ABAC31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574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C45"/>
                </a:solidFill>
              </a:defRPr>
            </a:defPPr>
            <a:lvl1pPr>
              <a:buNone/>
              <a:defRPr sz="1500" b="1">
                <a:solidFill>
                  <a:srgbClr val="315C45"/>
                </a:solidFill>
              </a:defRPr>
            </a:lvl1pPr>
            <a:lvl2pPr>
              <a:buNone/>
              <a:defRPr sz="1500" b="1">
                <a:solidFill>
                  <a:srgbClr val="315C45"/>
                </a:solidFill>
              </a:defRPr>
            </a:lvl2pPr>
            <a:lvl3pPr>
              <a:buNone/>
              <a:defRPr sz="1500" b="1">
                <a:solidFill>
                  <a:srgbClr val="315C45"/>
                </a:solidFill>
              </a:defRPr>
            </a:lvl3pPr>
            <a:lvl4pPr>
              <a:buNone/>
              <a:defRPr sz="1500" b="1">
                <a:solidFill>
                  <a:srgbClr val="315C45"/>
                </a:solidFill>
              </a:defRPr>
            </a:lvl4pPr>
            <a:lvl5pPr>
              <a:buNone/>
              <a:defRPr sz="1500" b="1">
                <a:solidFill>
                  <a:srgbClr val="315C45"/>
                </a:solidFill>
              </a:defRPr>
            </a:lvl5pPr>
            <a:lvl6pPr>
              <a:buNone/>
              <a:defRPr sz="1500" b="1">
                <a:solidFill>
                  <a:srgbClr val="315C45"/>
                </a:solidFill>
              </a:defRPr>
            </a:lvl6pPr>
            <a:lvl7pPr>
              <a:buNone/>
              <a:defRPr sz="1500" b="1">
                <a:solidFill>
                  <a:srgbClr val="315C45"/>
                </a:solidFill>
              </a:defRPr>
            </a:lvl7pPr>
            <a:lvl8pPr>
              <a:buNone/>
              <a:defRPr sz="1500" b="1">
                <a:solidFill>
                  <a:srgbClr val="315C45"/>
                </a:solidFill>
              </a:defRPr>
            </a:lvl8pPr>
            <a:lvl9pPr>
              <a:buNone/>
              <a:defRPr sz="150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5"/>
                </a:solidFill>
              </a:defRPr>
            </a:pPr>
            <a:r>
              <a:rPr sz="150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8D34622F-A543-4893-97F0-7CE7C0E2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443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231F"/>
                </a:solidFill>
              </a:defRPr>
            </a:defPPr>
            <a:lvl1pPr>
              <a:buNone/>
              <a:defRPr sz="1500" b="0">
                <a:solidFill>
                  <a:srgbClr val="20231F"/>
                </a:solidFill>
              </a:defRPr>
            </a:lvl1pPr>
            <a:lvl2pPr>
              <a:buNone/>
              <a:defRPr sz="1500" b="0">
                <a:solidFill>
                  <a:srgbClr val="20231F"/>
                </a:solidFill>
              </a:defRPr>
            </a:lvl2pPr>
            <a:lvl3pPr>
              <a:buNone/>
              <a:defRPr sz="1500" b="0">
                <a:solidFill>
                  <a:srgbClr val="20231F"/>
                </a:solidFill>
              </a:defRPr>
            </a:lvl3pPr>
            <a:lvl4pPr>
              <a:buNone/>
              <a:defRPr sz="1500" b="0">
                <a:solidFill>
                  <a:srgbClr val="20231F"/>
                </a:solidFill>
              </a:defRPr>
            </a:lvl4pPr>
            <a:lvl5pPr>
              <a:buNone/>
              <a:defRPr sz="1500" b="0">
                <a:solidFill>
                  <a:srgbClr val="20231F"/>
                </a:solidFill>
              </a:defRPr>
            </a:lvl5pPr>
            <a:lvl6pPr>
              <a:buNone/>
              <a:defRPr sz="1500" b="0">
                <a:solidFill>
                  <a:srgbClr val="20231F"/>
                </a:solidFill>
              </a:defRPr>
            </a:lvl6pPr>
            <a:lvl7pPr>
              <a:buNone/>
              <a:defRPr sz="1500" b="0">
                <a:solidFill>
                  <a:srgbClr val="20231F"/>
                </a:solidFill>
              </a:defRPr>
            </a:lvl7pPr>
            <a:lvl8pPr>
              <a:buNone/>
              <a:defRPr sz="1500" b="0">
                <a:solidFill>
                  <a:srgbClr val="20231F"/>
                </a:solidFill>
              </a:defRPr>
            </a:lvl8pPr>
            <a:lvl9pPr>
              <a:buNone/>
              <a:defRPr sz="150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0231F"/>
                </a:solidFill>
              </a:defRPr>
            </a:pPr>
            <a:r>
              <a:rPr sz="1500" b="0">
                <a:solidFill>
                  <a:srgbClr val="20231F"/>
                </a:solidFill>
              </a:rPr>
              <a:t>[엑셀 내보내기]를 누르면 Excel 호환 .xls 파일이 내려받아집니다.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9B6574CE-38F9-4DEF-826A-06A63E0E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C45"/>
                </a:solidFill>
              </a:defRPr>
            </a:defPPr>
            <a:lvl1pPr>
              <a:buNone/>
              <a:defRPr sz="1500" b="1">
                <a:solidFill>
                  <a:srgbClr val="315C45"/>
                </a:solidFill>
              </a:defRPr>
            </a:lvl1pPr>
            <a:lvl2pPr>
              <a:buNone/>
              <a:defRPr sz="1500" b="1">
                <a:solidFill>
                  <a:srgbClr val="315C45"/>
                </a:solidFill>
              </a:defRPr>
            </a:lvl2pPr>
            <a:lvl3pPr>
              <a:buNone/>
              <a:defRPr sz="1500" b="1">
                <a:solidFill>
                  <a:srgbClr val="315C45"/>
                </a:solidFill>
              </a:defRPr>
            </a:lvl3pPr>
            <a:lvl4pPr>
              <a:buNone/>
              <a:defRPr sz="1500" b="1">
                <a:solidFill>
                  <a:srgbClr val="315C45"/>
                </a:solidFill>
              </a:defRPr>
            </a:lvl4pPr>
            <a:lvl5pPr>
              <a:buNone/>
              <a:defRPr sz="1500" b="1">
                <a:solidFill>
                  <a:srgbClr val="315C45"/>
                </a:solidFill>
              </a:defRPr>
            </a:lvl5pPr>
            <a:lvl6pPr>
              <a:buNone/>
              <a:defRPr sz="1500" b="1">
                <a:solidFill>
                  <a:srgbClr val="315C45"/>
                </a:solidFill>
              </a:defRPr>
            </a:lvl6pPr>
            <a:lvl7pPr>
              <a:buNone/>
              <a:defRPr sz="1500" b="1">
                <a:solidFill>
                  <a:srgbClr val="315C45"/>
                </a:solidFill>
              </a:defRPr>
            </a:lvl7pPr>
            <a:lvl8pPr>
              <a:buNone/>
              <a:defRPr sz="1500" b="1">
                <a:solidFill>
                  <a:srgbClr val="315C45"/>
                </a:solidFill>
              </a:defRPr>
            </a:lvl8pPr>
            <a:lvl9pPr>
              <a:buNone/>
              <a:defRPr sz="150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5"/>
                </a:solidFill>
              </a:defRPr>
            </a:pPr>
            <a:r>
              <a:rPr sz="150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24520E19-A244-46A5-8E2E-67CE214D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43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231F"/>
                </a:solidFill>
              </a:defRPr>
            </a:defPPr>
            <a:lvl1pPr>
              <a:buNone/>
              <a:defRPr sz="1500" b="0">
                <a:solidFill>
                  <a:srgbClr val="20231F"/>
                </a:solidFill>
              </a:defRPr>
            </a:lvl1pPr>
            <a:lvl2pPr>
              <a:buNone/>
              <a:defRPr sz="1500" b="0">
                <a:solidFill>
                  <a:srgbClr val="20231F"/>
                </a:solidFill>
              </a:defRPr>
            </a:lvl2pPr>
            <a:lvl3pPr>
              <a:buNone/>
              <a:defRPr sz="1500" b="0">
                <a:solidFill>
                  <a:srgbClr val="20231F"/>
                </a:solidFill>
              </a:defRPr>
            </a:lvl3pPr>
            <a:lvl4pPr>
              <a:buNone/>
              <a:defRPr sz="1500" b="0">
                <a:solidFill>
                  <a:srgbClr val="20231F"/>
                </a:solidFill>
              </a:defRPr>
            </a:lvl4pPr>
            <a:lvl5pPr>
              <a:buNone/>
              <a:defRPr sz="1500" b="0">
                <a:solidFill>
                  <a:srgbClr val="20231F"/>
                </a:solidFill>
              </a:defRPr>
            </a:lvl5pPr>
            <a:lvl6pPr>
              <a:buNone/>
              <a:defRPr sz="1500" b="0">
                <a:solidFill>
                  <a:srgbClr val="20231F"/>
                </a:solidFill>
              </a:defRPr>
            </a:lvl6pPr>
            <a:lvl7pPr>
              <a:buNone/>
              <a:defRPr sz="1500" b="0">
                <a:solidFill>
                  <a:srgbClr val="20231F"/>
                </a:solidFill>
              </a:defRPr>
            </a:lvl7pPr>
            <a:lvl8pPr>
              <a:buNone/>
              <a:defRPr sz="1500" b="0">
                <a:solidFill>
                  <a:srgbClr val="20231F"/>
                </a:solidFill>
              </a:defRPr>
            </a:lvl8pPr>
            <a:lvl9pPr>
              <a:buNone/>
              <a:defRPr sz="150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0231F"/>
                </a:solidFill>
              </a:defRPr>
            </a:pPr>
            <a:r>
              <a:rPr sz="1500" b="0">
                <a:solidFill>
                  <a:srgbClr val="20231F"/>
                </a:solidFill>
              </a:rPr>
              <a:t>파일에는 진도 요약, 샘플 현황, 미팅 현황 시트가 포함됩니다.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9E028E09-48C7-4B3F-BBB1-9F9DCFB7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3857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315C45"/>
                </a:solidFill>
              </a:defRPr>
            </a:defPPr>
            <a:lvl1pPr>
              <a:buNone/>
              <a:defRPr sz="1500" b="1">
                <a:solidFill>
                  <a:srgbClr val="315C45"/>
                </a:solidFill>
              </a:defRPr>
            </a:lvl1pPr>
            <a:lvl2pPr>
              <a:buNone/>
              <a:defRPr sz="1500" b="1">
                <a:solidFill>
                  <a:srgbClr val="315C45"/>
                </a:solidFill>
              </a:defRPr>
            </a:lvl2pPr>
            <a:lvl3pPr>
              <a:buNone/>
              <a:defRPr sz="1500" b="1">
                <a:solidFill>
                  <a:srgbClr val="315C45"/>
                </a:solidFill>
              </a:defRPr>
            </a:lvl3pPr>
            <a:lvl4pPr>
              <a:buNone/>
              <a:defRPr sz="1500" b="1">
                <a:solidFill>
                  <a:srgbClr val="315C45"/>
                </a:solidFill>
              </a:defRPr>
            </a:lvl4pPr>
            <a:lvl5pPr>
              <a:buNone/>
              <a:defRPr sz="1500" b="1">
                <a:solidFill>
                  <a:srgbClr val="315C45"/>
                </a:solidFill>
              </a:defRPr>
            </a:lvl5pPr>
            <a:lvl6pPr>
              <a:buNone/>
              <a:defRPr sz="1500" b="1">
                <a:solidFill>
                  <a:srgbClr val="315C45"/>
                </a:solidFill>
              </a:defRPr>
            </a:lvl6pPr>
            <a:lvl7pPr>
              <a:buNone/>
              <a:defRPr sz="1500" b="1">
                <a:solidFill>
                  <a:srgbClr val="315C45"/>
                </a:solidFill>
              </a:defRPr>
            </a:lvl7pPr>
            <a:lvl8pPr>
              <a:buNone/>
              <a:defRPr sz="1500" b="1">
                <a:solidFill>
                  <a:srgbClr val="315C45"/>
                </a:solidFill>
              </a:defRPr>
            </a:lvl8pPr>
            <a:lvl9pPr>
              <a:buNone/>
              <a:defRPr sz="1500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315C45"/>
                </a:solidFill>
              </a:defRPr>
            </a:pPr>
            <a:r>
              <a:rPr sz="1500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2E0DE7BA-1A91-471D-B0B4-343087C2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38575"/>
            <a:ext cx="44386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20231F"/>
                </a:solidFill>
              </a:defRPr>
            </a:defPPr>
            <a:lvl1pPr>
              <a:buNone/>
              <a:defRPr sz="1500" b="0">
                <a:solidFill>
                  <a:srgbClr val="20231F"/>
                </a:solidFill>
              </a:defRPr>
            </a:lvl1pPr>
            <a:lvl2pPr>
              <a:buNone/>
              <a:defRPr sz="1500" b="0">
                <a:solidFill>
                  <a:srgbClr val="20231F"/>
                </a:solidFill>
              </a:defRPr>
            </a:lvl2pPr>
            <a:lvl3pPr>
              <a:buNone/>
              <a:defRPr sz="1500" b="0">
                <a:solidFill>
                  <a:srgbClr val="20231F"/>
                </a:solidFill>
              </a:defRPr>
            </a:lvl3pPr>
            <a:lvl4pPr>
              <a:buNone/>
              <a:defRPr sz="1500" b="0">
                <a:solidFill>
                  <a:srgbClr val="20231F"/>
                </a:solidFill>
              </a:defRPr>
            </a:lvl4pPr>
            <a:lvl5pPr>
              <a:buNone/>
              <a:defRPr sz="1500" b="0">
                <a:solidFill>
                  <a:srgbClr val="20231F"/>
                </a:solidFill>
              </a:defRPr>
            </a:lvl5pPr>
            <a:lvl6pPr>
              <a:buNone/>
              <a:defRPr sz="1500" b="0">
                <a:solidFill>
                  <a:srgbClr val="20231F"/>
                </a:solidFill>
              </a:defRPr>
            </a:lvl6pPr>
            <a:lvl7pPr>
              <a:buNone/>
              <a:defRPr sz="1500" b="0">
                <a:solidFill>
                  <a:srgbClr val="20231F"/>
                </a:solidFill>
              </a:defRPr>
            </a:lvl7pPr>
            <a:lvl8pPr>
              <a:buNone/>
              <a:defRPr sz="1500" b="0">
                <a:solidFill>
                  <a:srgbClr val="20231F"/>
                </a:solidFill>
              </a:defRPr>
            </a:lvl8pPr>
            <a:lvl9pPr>
              <a:buNone/>
              <a:defRPr sz="1500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20231F"/>
                </a:solidFill>
              </a:defRPr>
            </a:pPr>
            <a:r>
              <a:rPr sz="1500" b="0">
                <a:solidFill>
                  <a:srgbClr val="20231F"/>
                </a:solidFill>
              </a:rPr>
              <a:t>현재 선택한 시즌과 브랜드 기준으로 내용이 구성됩니다.</a:t>
            </a:r>
          </a:p>
        </p:txBody>
      </p:sp>
      <p:sp>
        <p:nvSpPr>
          <p:cNvPr id="14" name="모서리가 둥근 직사각형 13">
            <a:extLst xmlns:a="http://schemas.openxmlformats.org/drawingml/2006/main">
              <a:ext uri="{FF2B5EF4-FFF2-40B4-BE49-F238E27FC236}">
                <a16:creationId xmlns:a16="http://schemas.microsoft.com/office/drawing/2014/main" id="{378EAA2A-D343-491F-95C2-1E129A18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429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DF2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CFEC15A3-D829-4F03-B22A-4976069C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315C45"/>
                </a:solidFill>
              </a:defRPr>
            </a:defPPr>
            <a:lvl1pPr>
              <a:buNone/>
              <a:defRPr sz="1725" b="1">
                <a:solidFill>
                  <a:srgbClr val="315C45"/>
                </a:solidFill>
              </a:defRPr>
            </a:lvl1pPr>
            <a:lvl2pPr>
              <a:buNone/>
              <a:defRPr sz="1725" b="1">
                <a:solidFill>
                  <a:srgbClr val="315C45"/>
                </a:solidFill>
              </a:defRPr>
            </a:lvl2pPr>
            <a:lvl3pPr>
              <a:buNone/>
              <a:defRPr sz="1725" b="1">
                <a:solidFill>
                  <a:srgbClr val="315C45"/>
                </a:solidFill>
              </a:defRPr>
            </a:lvl3pPr>
            <a:lvl4pPr>
              <a:buNone/>
              <a:defRPr sz="1725" b="1">
                <a:solidFill>
                  <a:srgbClr val="315C45"/>
                </a:solidFill>
              </a:defRPr>
            </a:lvl4pPr>
            <a:lvl5pPr>
              <a:buNone/>
              <a:defRPr sz="1725" b="1">
                <a:solidFill>
                  <a:srgbClr val="315C45"/>
                </a:solidFill>
              </a:defRPr>
            </a:lvl5pPr>
            <a:lvl6pPr>
              <a:buNone/>
              <a:defRPr sz="1725" b="1">
                <a:solidFill>
                  <a:srgbClr val="315C45"/>
                </a:solidFill>
              </a:defRPr>
            </a:lvl6pPr>
            <a:lvl7pPr>
              <a:buNone/>
              <a:defRPr sz="1725" b="1">
                <a:solidFill>
                  <a:srgbClr val="315C45"/>
                </a:solidFill>
              </a:defRPr>
            </a:lvl7pPr>
            <a:lvl8pPr>
              <a:buNone/>
              <a:defRPr sz="1725" b="1">
                <a:solidFill>
                  <a:srgbClr val="315C45"/>
                </a:solidFill>
              </a:defRPr>
            </a:lvl8pPr>
            <a:lvl9pPr>
              <a:buNone/>
              <a:defRPr sz="17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315C45"/>
                </a:solidFill>
              </a:defRPr>
            </a:pPr>
            <a:r>
              <a:rPr sz="1725" b="1">
                <a:solidFill>
                  <a:srgbClr val="315C45"/>
                </a:solidFill>
              </a:rPr>
              <a:t>계정과 데이터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1C191EAC-6C72-466F-8F93-202FB390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574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1B2F0B27-EDD0-437E-B9C4-5452C97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57425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브랜드 회원은 가입 브랜드 자료를 조회·수정합니다.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B125B4BD-C8A4-4460-B14E-87142D1E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813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57F881F1-32A4-4EA0-92B8-083CA7A3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81325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관리자는 관리자 로그인을 통해 전체 브랜드 자료를 관리합니다.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9547D9A-E9EB-4A1A-A4D0-247DE9CF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052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42105EA4-2317-40A6-B1A7-787BBF6C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05225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모든 </a:t>
            </a:r>
            <a:r>
              <a:rPr sz="1425" b="0">
                <a:solidFill>
                  <a:srgbClr val="20231F"/>
                </a:solidFill>
              </a:rPr>
              <a:t>자료는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Supabase에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저장됩니다</a:t>
            </a:r>
            <a:r>
              <a:rPr sz="1425" b="0">
                <a:solidFill>
                  <a:srgbClr val="20231F"/>
                </a:solidFill>
              </a:rPr>
              <a:t>.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 </a:t>
            </a:r>
            <a:endParaRPr sz="1425" b="0">
              <a:solidFill>
                <a:srgbClr val="20231F"/>
              </a:solidFill>
            </a:endParaR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6C575D56-6B36-47E6-92AF-9A75B9CF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315C45"/>
                </a:solidFill>
              </a:defRPr>
            </a:defPPr>
            <a:lvl1pPr>
              <a:buNone/>
              <a:defRPr sz="1425" b="1">
                <a:solidFill>
                  <a:srgbClr val="315C45"/>
                </a:solidFill>
              </a:defRPr>
            </a:lvl1pPr>
            <a:lvl2pPr>
              <a:buNone/>
              <a:defRPr sz="1425" b="1">
                <a:solidFill>
                  <a:srgbClr val="315C45"/>
                </a:solidFill>
              </a:defRPr>
            </a:lvl2pPr>
            <a:lvl3pPr>
              <a:buNone/>
              <a:defRPr sz="1425" b="1">
                <a:solidFill>
                  <a:srgbClr val="315C45"/>
                </a:solidFill>
              </a:defRPr>
            </a:lvl3pPr>
            <a:lvl4pPr>
              <a:buNone/>
              <a:defRPr sz="1425" b="1">
                <a:solidFill>
                  <a:srgbClr val="315C45"/>
                </a:solidFill>
              </a:defRPr>
            </a:lvl4pPr>
            <a:lvl5pPr>
              <a:buNone/>
              <a:defRPr sz="1425" b="1">
                <a:solidFill>
                  <a:srgbClr val="315C45"/>
                </a:solidFill>
              </a:defRPr>
            </a:lvl5pPr>
            <a:lvl6pPr>
              <a:buNone/>
              <a:defRPr sz="1425" b="1">
                <a:solidFill>
                  <a:srgbClr val="315C45"/>
                </a:solidFill>
              </a:defRPr>
            </a:lvl6pPr>
            <a:lvl7pPr>
              <a:buNone/>
              <a:defRPr sz="1425" b="1">
                <a:solidFill>
                  <a:srgbClr val="315C45"/>
                </a:solidFill>
              </a:defRPr>
            </a:lvl7pPr>
            <a:lvl8pPr>
              <a:buNone/>
              <a:defRPr sz="1425" b="1">
                <a:solidFill>
                  <a:srgbClr val="315C45"/>
                </a:solidFill>
              </a:defRPr>
            </a:lvl8pPr>
            <a:lvl9pPr>
              <a:buNone/>
              <a:defRPr sz="1425" b="1">
                <a:solidFill>
                  <a:srgbClr val="315C45"/>
                </a:solidFill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315C45"/>
                </a:solidFill>
              </a:defRPr>
            </a:pPr>
            <a:r>
              <a:rPr sz="1425" b="1">
                <a:solidFill>
                  <a:srgbClr val="315C45"/>
                </a:solidFill>
              </a:rPr>
              <a:t>•</a:t>
            </a: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C68EBCD1-7DA8-4069-9EAA-8970A85E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29125"/>
            <a:ext cx="453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20231F"/>
                </a:solidFill>
              </a:defRPr>
            </a:defPPr>
            <a:lvl1pPr>
              <a:buNone/>
              <a:defRPr sz="1425" b="0">
                <a:solidFill>
                  <a:srgbClr val="20231F"/>
                </a:solidFill>
              </a:defRPr>
            </a:lvl1pPr>
            <a:lvl2pPr>
              <a:buNone/>
              <a:defRPr sz="1425" b="0">
                <a:solidFill>
                  <a:srgbClr val="20231F"/>
                </a:solidFill>
              </a:defRPr>
            </a:lvl2pPr>
            <a:lvl3pPr>
              <a:buNone/>
              <a:defRPr sz="1425" b="0">
                <a:solidFill>
                  <a:srgbClr val="20231F"/>
                </a:solidFill>
              </a:defRPr>
            </a:lvl3pPr>
            <a:lvl4pPr>
              <a:buNone/>
              <a:defRPr sz="1425" b="0">
                <a:solidFill>
                  <a:srgbClr val="20231F"/>
                </a:solidFill>
              </a:defRPr>
            </a:lvl4pPr>
            <a:lvl5pPr>
              <a:buNone/>
              <a:defRPr sz="1425" b="0">
                <a:solidFill>
                  <a:srgbClr val="20231F"/>
                </a:solidFill>
              </a:defRPr>
            </a:lvl5pPr>
            <a:lvl6pPr>
              <a:buNone/>
              <a:defRPr sz="1425" b="0">
                <a:solidFill>
                  <a:srgbClr val="20231F"/>
                </a:solidFill>
              </a:defRPr>
            </a:lvl6pPr>
            <a:lvl7pPr>
              <a:buNone/>
              <a:defRPr sz="1425" b="0">
                <a:solidFill>
                  <a:srgbClr val="20231F"/>
                </a:solidFill>
              </a:defRPr>
            </a:lvl7pPr>
            <a:lvl8pPr>
              <a:buNone/>
              <a:defRPr sz="1425" b="0">
                <a:solidFill>
                  <a:srgbClr val="20231F"/>
                </a:solidFill>
              </a:defRPr>
            </a:lvl8pPr>
            <a:lvl9pPr>
              <a:buNone/>
              <a:defRPr sz="1425" b="0">
                <a:solidFill>
                  <a:srgbClr val="20231F"/>
                </a:solidFill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20231F"/>
                </a:solidFill>
              </a:defRPr>
            </a:pPr>
            <a:r>
              <a:rPr sz="1425" b="0">
                <a:solidFill>
                  <a:srgbClr val="20231F"/>
                </a:solidFill>
              </a:rPr>
              <a:t>계정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접속이</a:t>
            </a:r>
            <a:r>
              <a:rPr sz="1425" b="0">
                <a:solidFill>
                  <a:srgbClr val="20231F"/>
                </a:solidFill>
              </a:rPr>
              <a:t> 안 </a:t>
            </a:r>
            <a:r>
              <a:rPr sz="1425" b="0">
                <a:solidFill>
                  <a:srgbClr val="20231F"/>
                </a:solidFill>
              </a:rPr>
              <a:t>되거나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브랜드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권한이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보이지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않으면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시스템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담당자</a:t>
            </a:r>
            <a:r>
              <a:rPr sz="1425" b="0">
                <a:solidFill>
                  <a:srgbClr val="20231F"/>
                </a:solidFill>
              </a:rPr>
              <a:t>(</a:t>
            </a:r>
            <a:r>
              <a:rPr sz="1425" b="0">
                <a:solidFill>
                  <a:srgbClr val="20231F"/>
                </a:solidFill>
              </a:rPr>
              <a:t>김성민 부장</a:t>
            </a:r>
            <a:r>
              <a:t>)</a:t>
            </a:r>
            <a:r>
              <a:rPr sz="1425" b="0">
                <a:solidFill>
                  <a:srgbClr val="20231F"/>
                </a:solidFill>
              </a:rPr>
              <a:t>에게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문의</a:t>
            </a:r>
            <a:r>
              <a:rPr sz="1425" b="0">
                <a:solidFill>
                  <a:srgbClr val="20231F"/>
                </a:solidFill>
              </a:rPr>
              <a:t> </a:t>
            </a:r>
            <a:r>
              <a:rPr sz="1425" b="0">
                <a:solidFill>
                  <a:srgbClr val="20231F"/>
                </a:solidFill>
              </a:rPr>
              <a:t>바랍니다</a:t>
            </a:r>
            <a:r>
              <a:rPr sz="1425" b="0">
                <a:solidFill>
                  <a:srgbClr val="20231F"/>
                </a:solidFill>
              </a:rPr>
              <a:t>.</a:t>
            </a:r>
            <a:endParaRPr sz="1425" b="0">
              <a:solidFill>
                <a:srgbClr val="20231F"/>
              </a:solidFill>
            </a:endParaRP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48016A83-09FD-4638-B51C-9A616A19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912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223F2E"/>
                </a:solidFill>
              </a:defRPr>
            </a:defPPr>
            <a:lvl1pPr>
              <a:buNone/>
              <a:defRPr sz="1275" b="1">
                <a:solidFill>
                  <a:srgbClr val="223F2E"/>
                </a:solidFill>
              </a:defRPr>
            </a:lvl1pPr>
            <a:lvl2pPr>
              <a:buNone/>
              <a:defRPr sz="1275" b="1">
                <a:solidFill>
                  <a:srgbClr val="223F2E"/>
                </a:solidFill>
              </a:defRPr>
            </a:lvl2pPr>
            <a:lvl3pPr>
              <a:buNone/>
              <a:defRPr sz="1275" b="1">
                <a:solidFill>
                  <a:srgbClr val="223F2E"/>
                </a:solidFill>
              </a:defRPr>
            </a:lvl3pPr>
            <a:lvl4pPr>
              <a:buNone/>
              <a:defRPr sz="1275" b="1">
                <a:solidFill>
                  <a:srgbClr val="223F2E"/>
                </a:solidFill>
              </a:defRPr>
            </a:lvl4pPr>
            <a:lvl5pPr>
              <a:buNone/>
              <a:defRPr sz="1275" b="1">
                <a:solidFill>
                  <a:srgbClr val="223F2E"/>
                </a:solidFill>
              </a:defRPr>
            </a:lvl5pPr>
            <a:lvl6pPr>
              <a:buNone/>
              <a:defRPr sz="1275" b="1">
                <a:solidFill>
                  <a:srgbClr val="223F2E"/>
                </a:solidFill>
              </a:defRPr>
            </a:lvl6pPr>
            <a:lvl7pPr>
              <a:buNone/>
              <a:defRPr sz="1275" b="1">
                <a:solidFill>
                  <a:srgbClr val="223F2E"/>
                </a:solidFill>
              </a:defRPr>
            </a:lvl7pPr>
            <a:lvl8pPr>
              <a:buNone/>
              <a:defRPr sz="1275" b="1">
                <a:solidFill>
                  <a:srgbClr val="223F2E"/>
                </a:solidFill>
              </a:defRPr>
            </a:lvl8pPr>
            <a:lvl9pPr>
              <a:buNone/>
              <a:defRPr sz="1275" b="1">
                <a:solidFill>
                  <a:srgbClr val="223F2E"/>
                </a:solidFill>
              </a:defRPr>
            </a:lvl9pPr>
          </a:lstStyle>
          <a:p xmlns:a="http://schemas.openxmlformats.org/drawingml/2006/main">
            <a:pPr>
              <a:buNone/>
              <a:defRPr sz="1275" b="1">
                <a:solidFill>
                  <a:srgbClr val="223F2E"/>
                </a:solidFill>
              </a:defRPr>
            </a:pPr>
            <a:r>
              <a:rPr sz="1275" b="1">
                <a:solidFill>
                  <a:srgbClr val="223F2E"/>
                </a:solidFill>
              </a:rPr>
              <a:t>인터넷 주소  ·  https://nge00.github.io/shoeapp/</a:t>
            </a:r>
          </a:p>
        </p:txBody>
      </p:sp>
    </p:spTree>
    <p:extLst>
      <p:ext uri="{BB962C8B-B14F-4D97-AF65-F5344CB8AC3E}">
        <p14:creationId xmlns:p14="http://schemas.microsoft.com/office/powerpoint/2010/main" val="1302782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2026-10-29T00:08:09.5150000Z</dcterms:created>
  <dcterms:modified xsi:type="dcterms:W3CDTF">2026-10-29T00:08:09.5160000Z</dcterms:modified>
</coreProperties>
</file>